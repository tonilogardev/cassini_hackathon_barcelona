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uce Light Italics" charset="1" panose="00000400000000000000"/>
      <p:regular r:id="rId19"/>
    </p:embeddedFont>
    <p:embeddedFont>
      <p:font typeface="Open Sauce" charset="1" panose="00000500000000000000"/>
      <p:regular r:id="rId20"/>
    </p:embeddedFont>
    <p:embeddedFont>
      <p:font typeface="Open Sauce Bold" charset="1" panose="00000800000000000000"/>
      <p:regular r:id="rId21"/>
    </p:embeddedFont>
    <p:embeddedFont>
      <p:font typeface="Open Sauce Italic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19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843368" cy="10287000"/>
            <a:chOff x="0" y="0"/>
            <a:chExt cx="812800" cy="945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945485"/>
            </a:xfrm>
            <a:custGeom>
              <a:avLst/>
              <a:gdLst/>
              <a:ahLst/>
              <a:cxnLst/>
              <a:rect r="r" b="b" t="t" l="l"/>
              <a:pathLst>
                <a:path h="94548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45485"/>
                  </a:lnTo>
                  <a:lnTo>
                    <a:pt x="0" y="945485"/>
                  </a:lnTo>
                  <a:close/>
                </a:path>
              </a:pathLst>
            </a:custGeom>
            <a:blipFill>
              <a:blip r:embed="rId2"/>
              <a:stretch>
                <a:fillRect l="-9091" t="-17468" r="-50012" b="-2669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912858" y="1918711"/>
            <a:ext cx="5346442" cy="6091438"/>
          </a:xfrm>
          <a:custGeom>
            <a:avLst/>
            <a:gdLst/>
            <a:ahLst/>
            <a:cxnLst/>
            <a:rect r="r" b="b" t="t" l="l"/>
            <a:pathLst>
              <a:path h="6091438" w="5346442">
                <a:moveTo>
                  <a:pt x="0" y="0"/>
                </a:moveTo>
                <a:lnTo>
                  <a:pt x="5346442" y="0"/>
                </a:lnTo>
                <a:lnTo>
                  <a:pt x="5346442" y="6091438"/>
                </a:lnTo>
                <a:lnTo>
                  <a:pt x="0" y="609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256946" y="8228702"/>
            <a:ext cx="8002354" cy="3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0"/>
              </a:lnSpc>
            </a:pPr>
            <a:r>
              <a:rPr lang="en-US" sz="2200" i="true">
                <a:solidFill>
                  <a:srgbClr val="9FC5B9"/>
                </a:solidFill>
                <a:latin typeface="Open Sauce Light Italics"/>
                <a:ea typeface="Open Sauce Light Italics"/>
                <a:cs typeface="Open Sauce Light Italics"/>
                <a:sym typeface="Open Sauce Light Italics"/>
              </a:rPr>
              <a:t>Monitoring the wellbeing of your local water body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1009776"/>
            <a:ext cx="16230600" cy="5616437"/>
            <a:chOff x="0" y="0"/>
            <a:chExt cx="4274726" cy="14792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479226"/>
            </a:xfrm>
            <a:custGeom>
              <a:avLst/>
              <a:gdLst/>
              <a:ahLst/>
              <a:cxnLst/>
              <a:rect r="r" b="b" t="t" l="l"/>
              <a:pathLst>
                <a:path h="1479226" w="4274726">
                  <a:moveTo>
                    <a:pt x="12402" y="0"/>
                  </a:moveTo>
                  <a:lnTo>
                    <a:pt x="4262324" y="0"/>
                  </a:lnTo>
                  <a:cubicBezTo>
                    <a:pt x="4269174" y="0"/>
                    <a:pt x="4274726" y="5553"/>
                    <a:pt x="4274726" y="12402"/>
                  </a:cubicBezTo>
                  <a:lnTo>
                    <a:pt x="4274726" y="1466824"/>
                  </a:lnTo>
                  <a:cubicBezTo>
                    <a:pt x="4274726" y="1470113"/>
                    <a:pt x="4273419" y="1473268"/>
                    <a:pt x="4271094" y="1475594"/>
                  </a:cubicBezTo>
                  <a:cubicBezTo>
                    <a:pt x="4268768" y="1477920"/>
                    <a:pt x="4265613" y="1479226"/>
                    <a:pt x="4262324" y="1479226"/>
                  </a:cubicBezTo>
                  <a:lnTo>
                    <a:pt x="12402" y="1479226"/>
                  </a:lnTo>
                  <a:cubicBezTo>
                    <a:pt x="9113" y="1479226"/>
                    <a:pt x="5958" y="1477920"/>
                    <a:pt x="3632" y="1475594"/>
                  </a:cubicBezTo>
                  <a:cubicBezTo>
                    <a:pt x="1307" y="1473268"/>
                    <a:pt x="0" y="1470113"/>
                    <a:pt x="0" y="1466824"/>
                  </a:cubicBezTo>
                  <a:lnTo>
                    <a:pt x="0" y="12402"/>
                  </a:lnTo>
                  <a:cubicBezTo>
                    <a:pt x="0" y="9113"/>
                    <a:pt x="1307" y="5958"/>
                    <a:pt x="3632" y="3632"/>
                  </a:cubicBezTo>
                  <a:cubicBezTo>
                    <a:pt x="5958" y="1307"/>
                    <a:pt x="9113" y="0"/>
                    <a:pt x="124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1517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26659" y="1947763"/>
            <a:ext cx="3834682" cy="3904058"/>
            <a:chOff x="0" y="0"/>
            <a:chExt cx="942198" cy="9592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2198" cy="959245"/>
            </a:xfrm>
            <a:custGeom>
              <a:avLst/>
              <a:gdLst/>
              <a:ahLst/>
              <a:cxnLst/>
              <a:rect r="r" b="b" t="t" l="l"/>
              <a:pathLst>
                <a:path h="959245" w="942198">
                  <a:moveTo>
                    <a:pt x="46435" y="0"/>
                  </a:moveTo>
                  <a:lnTo>
                    <a:pt x="895763" y="0"/>
                  </a:lnTo>
                  <a:cubicBezTo>
                    <a:pt x="921409" y="0"/>
                    <a:pt x="942198" y="20790"/>
                    <a:pt x="942198" y="46435"/>
                  </a:cubicBezTo>
                  <a:lnTo>
                    <a:pt x="942198" y="912809"/>
                  </a:lnTo>
                  <a:cubicBezTo>
                    <a:pt x="942198" y="925125"/>
                    <a:pt x="937306" y="936936"/>
                    <a:pt x="928598" y="945644"/>
                  </a:cubicBezTo>
                  <a:cubicBezTo>
                    <a:pt x="919890" y="954352"/>
                    <a:pt x="908079" y="959245"/>
                    <a:pt x="895763" y="959245"/>
                  </a:cubicBezTo>
                  <a:lnTo>
                    <a:pt x="46435" y="959245"/>
                  </a:lnTo>
                  <a:cubicBezTo>
                    <a:pt x="34120" y="959245"/>
                    <a:pt x="22309" y="954352"/>
                    <a:pt x="13601" y="945644"/>
                  </a:cubicBezTo>
                  <a:cubicBezTo>
                    <a:pt x="4892" y="936936"/>
                    <a:pt x="0" y="925125"/>
                    <a:pt x="0" y="912809"/>
                  </a:cubicBezTo>
                  <a:lnTo>
                    <a:pt x="0" y="46435"/>
                  </a:lnTo>
                  <a:cubicBezTo>
                    <a:pt x="0" y="34120"/>
                    <a:pt x="4892" y="22309"/>
                    <a:pt x="13601" y="13601"/>
                  </a:cubicBezTo>
                  <a:cubicBezTo>
                    <a:pt x="22309" y="4892"/>
                    <a:pt x="34120" y="0"/>
                    <a:pt x="46435" y="0"/>
                  </a:cubicBezTo>
                  <a:close/>
                </a:path>
              </a:pathLst>
            </a:custGeom>
            <a:blipFill>
              <a:blip r:embed="rId2"/>
              <a:stretch>
                <a:fillRect l="-8804" t="-22785" r="0" b="-1970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57741" y="1947763"/>
            <a:ext cx="3834682" cy="3904058"/>
            <a:chOff x="0" y="0"/>
            <a:chExt cx="942198" cy="959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2198" cy="959245"/>
            </a:xfrm>
            <a:custGeom>
              <a:avLst/>
              <a:gdLst/>
              <a:ahLst/>
              <a:cxnLst/>
              <a:rect r="r" b="b" t="t" l="l"/>
              <a:pathLst>
                <a:path h="959245" w="942198">
                  <a:moveTo>
                    <a:pt x="46435" y="0"/>
                  </a:moveTo>
                  <a:lnTo>
                    <a:pt x="895763" y="0"/>
                  </a:lnTo>
                  <a:cubicBezTo>
                    <a:pt x="921409" y="0"/>
                    <a:pt x="942198" y="20790"/>
                    <a:pt x="942198" y="46435"/>
                  </a:cubicBezTo>
                  <a:lnTo>
                    <a:pt x="942198" y="912809"/>
                  </a:lnTo>
                  <a:cubicBezTo>
                    <a:pt x="942198" y="925125"/>
                    <a:pt x="937306" y="936936"/>
                    <a:pt x="928598" y="945644"/>
                  </a:cubicBezTo>
                  <a:cubicBezTo>
                    <a:pt x="919890" y="954352"/>
                    <a:pt x="908079" y="959245"/>
                    <a:pt x="895763" y="959245"/>
                  </a:cubicBezTo>
                  <a:lnTo>
                    <a:pt x="46435" y="959245"/>
                  </a:lnTo>
                  <a:cubicBezTo>
                    <a:pt x="34120" y="959245"/>
                    <a:pt x="22309" y="954352"/>
                    <a:pt x="13601" y="945644"/>
                  </a:cubicBezTo>
                  <a:cubicBezTo>
                    <a:pt x="4892" y="936936"/>
                    <a:pt x="0" y="925125"/>
                    <a:pt x="0" y="912809"/>
                  </a:cubicBezTo>
                  <a:lnTo>
                    <a:pt x="0" y="46435"/>
                  </a:lnTo>
                  <a:cubicBezTo>
                    <a:pt x="0" y="34120"/>
                    <a:pt x="4892" y="22309"/>
                    <a:pt x="13601" y="13601"/>
                  </a:cubicBezTo>
                  <a:cubicBezTo>
                    <a:pt x="22309" y="4892"/>
                    <a:pt x="34120" y="0"/>
                    <a:pt x="46435" y="0"/>
                  </a:cubicBezTo>
                  <a:close/>
                </a:path>
              </a:pathLst>
            </a:custGeom>
            <a:blipFill>
              <a:blip r:embed="rId3"/>
              <a:stretch>
                <a:fillRect l="-2732" t="-19315" r="-8055" b="-2577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96602" y="1947763"/>
            <a:ext cx="3834682" cy="3947419"/>
            <a:chOff x="0" y="0"/>
            <a:chExt cx="942198" cy="9698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2198" cy="969898"/>
            </a:xfrm>
            <a:custGeom>
              <a:avLst/>
              <a:gdLst/>
              <a:ahLst/>
              <a:cxnLst/>
              <a:rect r="r" b="b" t="t" l="l"/>
              <a:pathLst>
                <a:path h="969898" w="942198">
                  <a:moveTo>
                    <a:pt x="46435" y="0"/>
                  </a:moveTo>
                  <a:lnTo>
                    <a:pt x="895763" y="0"/>
                  </a:lnTo>
                  <a:cubicBezTo>
                    <a:pt x="921409" y="0"/>
                    <a:pt x="942198" y="20790"/>
                    <a:pt x="942198" y="46435"/>
                  </a:cubicBezTo>
                  <a:lnTo>
                    <a:pt x="942198" y="923463"/>
                  </a:lnTo>
                  <a:cubicBezTo>
                    <a:pt x="942198" y="935779"/>
                    <a:pt x="937306" y="947590"/>
                    <a:pt x="928598" y="956298"/>
                  </a:cubicBezTo>
                  <a:cubicBezTo>
                    <a:pt x="919890" y="965006"/>
                    <a:pt x="908079" y="969898"/>
                    <a:pt x="895763" y="969898"/>
                  </a:cubicBezTo>
                  <a:lnTo>
                    <a:pt x="46435" y="969898"/>
                  </a:lnTo>
                  <a:cubicBezTo>
                    <a:pt x="34120" y="969898"/>
                    <a:pt x="22309" y="965006"/>
                    <a:pt x="13601" y="956298"/>
                  </a:cubicBezTo>
                  <a:cubicBezTo>
                    <a:pt x="4892" y="947590"/>
                    <a:pt x="0" y="935779"/>
                    <a:pt x="0" y="923463"/>
                  </a:cubicBezTo>
                  <a:lnTo>
                    <a:pt x="0" y="46435"/>
                  </a:lnTo>
                  <a:cubicBezTo>
                    <a:pt x="0" y="34120"/>
                    <a:pt x="4892" y="22309"/>
                    <a:pt x="13601" y="13601"/>
                  </a:cubicBezTo>
                  <a:cubicBezTo>
                    <a:pt x="22309" y="4892"/>
                    <a:pt x="34120" y="0"/>
                    <a:pt x="46435" y="0"/>
                  </a:cubicBezTo>
                  <a:close/>
                </a:path>
              </a:pathLst>
            </a:custGeom>
            <a:blipFill>
              <a:blip r:embed="rId4"/>
              <a:stretch>
                <a:fillRect l="-103369" t="-126020" r="-48692" b="-10086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6710728" y="8451759"/>
            <a:ext cx="1097144" cy="1250025"/>
          </a:xfrm>
          <a:custGeom>
            <a:avLst/>
            <a:gdLst/>
            <a:ahLst/>
            <a:cxnLst/>
            <a:rect r="r" b="b" t="t" l="l"/>
            <a:pathLst>
              <a:path h="1250025" w="1097144">
                <a:moveTo>
                  <a:pt x="0" y="0"/>
                </a:moveTo>
                <a:lnTo>
                  <a:pt x="1097144" y="0"/>
                </a:lnTo>
                <a:lnTo>
                  <a:pt x="1097144" y="1250025"/>
                </a:lnTo>
                <a:lnTo>
                  <a:pt x="0" y="1250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96090" y="7392338"/>
            <a:ext cx="3834682" cy="208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Urban planner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Researcher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GIS expert</a:t>
            </a: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ameneh-alcala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553182" y="9015717"/>
            <a:ext cx="576031" cy="491197"/>
          </a:xfrm>
          <a:custGeom>
            <a:avLst/>
            <a:gdLst/>
            <a:ahLst/>
            <a:cxnLst/>
            <a:rect r="r" b="b" t="t" l="l"/>
            <a:pathLst>
              <a:path h="491197" w="576031">
                <a:moveTo>
                  <a:pt x="0" y="0"/>
                </a:moveTo>
                <a:lnTo>
                  <a:pt x="576031" y="0"/>
                </a:lnTo>
                <a:lnTo>
                  <a:pt x="576031" y="491197"/>
                </a:lnTo>
                <a:lnTo>
                  <a:pt x="0" y="49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226147" y="7348978"/>
            <a:ext cx="3834682" cy="208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Full stack developer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Data Science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GIS expert</a:t>
            </a: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tonilogar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57228" y="7348978"/>
            <a:ext cx="3834682" cy="208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Geologist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Earth Observation expert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GIS expert </a:t>
            </a: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ivan-pcm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226659" y="9012701"/>
            <a:ext cx="576031" cy="491197"/>
          </a:xfrm>
          <a:custGeom>
            <a:avLst/>
            <a:gdLst/>
            <a:ahLst/>
            <a:cxnLst/>
            <a:rect r="r" b="b" t="t" l="l"/>
            <a:pathLst>
              <a:path h="491197" w="576031">
                <a:moveTo>
                  <a:pt x="0" y="0"/>
                </a:moveTo>
                <a:lnTo>
                  <a:pt x="576031" y="0"/>
                </a:lnTo>
                <a:lnTo>
                  <a:pt x="576031" y="491198"/>
                </a:lnTo>
                <a:lnTo>
                  <a:pt x="0" y="49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472997" y="8951647"/>
            <a:ext cx="576031" cy="491197"/>
          </a:xfrm>
          <a:custGeom>
            <a:avLst/>
            <a:gdLst/>
            <a:ahLst/>
            <a:cxnLst/>
            <a:rect r="r" b="b" t="t" l="l"/>
            <a:pathLst>
              <a:path h="491197" w="576031">
                <a:moveTo>
                  <a:pt x="0" y="0"/>
                </a:moveTo>
                <a:lnTo>
                  <a:pt x="576032" y="0"/>
                </a:lnTo>
                <a:lnTo>
                  <a:pt x="576032" y="491197"/>
                </a:lnTo>
                <a:lnTo>
                  <a:pt x="0" y="491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295578" y="698146"/>
            <a:ext cx="6365701" cy="813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5"/>
              </a:lnSpc>
            </a:pPr>
            <a:r>
              <a:rPr lang="en-US" sz="6349">
                <a:solidFill>
                  <a:srgbClr val="042235"/>
                </a:solidFill>
                <a:latin typeface="Open Sauce"/>
                <a:ea typeface="Open Sauce"/>
                <a:cs typeface="Open Sauce"/>
                <a:sym typeface="Open Sauce"/>
              </a:rPr>
              <a:t>WHO ARE WE?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26659" y="6199405"/>
            <a:ext cx="3834682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Antonio López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57741" y="6199405"/>
            <a:ext cx="3834682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Ivan Pantaleoni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96602" y="6242765"/>
            <a:ext cx="3834682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Ameneh Alcalá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5413180" cy="7423059"/>
            <a:chOff x="0" y="0"/>
            <a:chExt cx="4059438" cy="1955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59438" cy="1955044"/>
            </a:xfrm>
            <a:custGeom>
              <a:avLst/>
              <a:gdLst/>
              <a:ahLst/>
              <a:cxnLst/>
              <a:rect r="r" b="b" t="t" l="l"/>
              <a:pathLst>
                <a:path h="1955044" w="4059438">
                  <a:moveTo>
                    <a:pt x="13060" y="0"/>
                  </a:moveTo>
                  <a:lnTo>
                    <a:pt x="4046379" y="0"/>
                  </a:lnTo>
                  <a:cubicBezTo>
                    <a:pt x="4049842" y="0"/>
                    <a:pt x="4053164" y="1376"/>
                    <a:pt x="4055613" y="3825"/>
                  </a:cubicBezTo>
                  <a:cubicBezTo>
                    <a:pt x="4058062" y="6274"/>
                    <a:pt x="4059438" y="9596"/>
                    <a:pt x="4059438" y="13060"/>
                  </a:cubicBezTo>
                  <a:lnTo>
                    <a:pt x="4059438" y="1941985"/>
                  </a:lnTo>
                  <a:cubicBezTo>
                    <a:pt x="4059438" y="1949197"/>
                    <a:pt x="4053591" y="1955044"/>
                    <a:pt x="4046379" y="1955044"/>
                  </a:cubicBezTo>
                  <a:lnTo>
                    <a:pt x="13060" y="1955044"/>
                  </a:lnTo>
                  <a:cubicBezTo>
                    <a:pt x="5847" y="1955044"/>
                    <a:pt x="0" y="1949197"/>
                    <a:pt x="0" y="1941985"/>
                  </a:cubicBezTo>
                  <a:lnTo>
                    <a:pt x="0" y="13060"/>
                  </a:lnTo>
                  <a:cubicBezTo>
                    <a:pt x="0" y="5847"/>
                    <a:pt x="5847" y="0"/>
                    <a:pt x="130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59438" cy="1993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80536" y="728404"/>
            <a:ext cx="8830192" cy="8830192"/>
          </a:xfrm>
          <a:custGeom>
            <a:avLst/>
            <a:gdLst/>
            <a:ahLst/>
            <a:cxnLst/>
            <a:rect r="r" b="b" t="t" l="l"/>
            <a:pathLst>
              <a:path h="8830192" w="8830192">
                <a:moveTo>
                  <a:pt x="0" y="0"/>
                </a:moveTo>
                <a:lnTo>
                  <a:pt x="8830192" y="0"/>
                </a:lnTo>
                <a:lnTo>
                  <a:pt x="8830192" y="8830192"/>
                </a:lnTo>
                <a:lnTo>
                  <a:pt x="0" y="88301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10728" y="8451759"/>
            <a:ext cx="1097144" cy="1250025"/>
          </a:xfrm>
          <a:custGeom>
            <a:avLst/>
            <a:gdLst/>
            <a:ahLst/>
            <a:cxnLst/>
            <a:rect r="r" b="b" t="t" l="l"/>
            <a:pathLst>
              <a:path h="1250025" w="1097144">
                <a:moveTo>
                  <a:pt x="0" y="0"/>
                </a:moveTo>
                <a:lnTo>
                  <a:pt x="1097144" y="0"/>
                </a:lnTo>
                <a:lnTo>
                  <a:pt x="1097144" y="1250025"/>
                </a:lnTo>
                <a:lnTo>
                  <a:pt x="0" y="1250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26131" y="1959594"/>
            <a:ext cx="5954405" cy="109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3"/>
              </a:lnSpc>
            </a:pPr>
            <a:r>
              <a:rPr lang="en-US" sz="8441">
                <a:solidFill>
                  <a:srgbClr val="042235"/>
                </a:solidFill>
                <a:latin typeface="Open Sauce"/>
                <a:ea typeface="Open Sauce"/>
                <a:cs typeface="Open Sauce"/>
                <a:sym typeface="Open Sauce"/>
              </a:rPr>
              <a:t>PROBLEM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6131" y="3624395"/>
            <a:ext cx="5290115" cy="41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648" indent="-292324" lvl="1">
              <a:lnSpc>
                <a:spcPts val="2599"/>
              </a:lnSpc>
              <a:buFont typeface="Arial"/>
              <a:buChar char="•"/>
            </a:pPr>
            <a:r>
              <a:rPr lang="en-US" sz="2707">
                <a:solidFill>
                  <a:srgbClr val="022E30"/>
                </a:solidFill>
                <a:latin typeface="Open Sauce"/>
                <a:ea typeface="Open Sauce"/>
                <a:cs typeface="Open Sauce"/>
                <a:sym typeface="Open Sauce"/>
              </a:rPr>
              <a:t>Ecosystem destruction</a:t>
            </a:r>
          </a:p>
          <a:p>
            <a:pPr algn="l">
              <a:lnSpc>
                <a:spcPts val="2599"/>
              </a:lnSpc>
            </a:pPr>
          </a:p>
          <a:p>
            <a:pPr algn="l" marL="584648" indent="-292324" lvl="1">
              <a:lnSpc>
                <a:spcPts val="2599"/>
              </a:lnSpc>
              <a:buFont typeface="Arial"/>
              <a:buChar char="•"/>
            </a:pPr>
            <a:r>
              <a:rPr lang="en-US" sz="2707">
                <a:solidFill>
                  <a:srgbClr val="022E30"/>
                </a:solidFill>
                <a:latin typeface="Open Sauce"/>
                <a:ea typeface="Open Sauce"/>
                <a:cs typeface="Open Sauce"/>
                <a:sym typeface="Open Sauce"/>
              </a:rPr>
              <a:t>Potable water contaminated</a:t>
            </a:r>
          </a:p>
          <a:p>
            <a:pPr algn="l">
              <a:lnSpc>
                <a:spcPts val="2599"/>
              </a:lnSpc>
            </a:pPr>
          </a:p>
          <a:p>
            <a:pPr algn="l" marL="584648" indent="-292324" lvl="1">
              <a:lnSpc>
                <a:spcPts val="2599"/>
              </a:lnSpc>
              <a:buFont typeface="Arial"/>
              <a:buChar char="•"/>
            </a:pPr>
            <a:r>
              <a:rPr lang="en-US" sz="2707">
                <a:solidFill>
                  <a:srgbClr val="022E30"/>
                </a:solidFill>
                <a:latin typeface="Open Sauce"/>
                <a:ea typeface="Open Sauce"/>
                <a:cs typeface="Open Sauce"/>
                <a:sym typeface="Open Sauce"/>
              </a:rPr>
              <a:t>Fishing compromised</a:t>
            </a:r>
          </a:p>
          <a:p>
            <a:pPr algn="l">
              <a:lnSpc>
                <a:spcPts val="2599"/>
              </a:lnSpc>
            </a:pPr>
          </a:p>
          <a:p>
            <a:pPr algn="l" marL="584648" indent="-292324" lvl="1">
              <a:lnSpc>
                <a:spcPts val="2599"/>
              </a:lnSpc>
              <a:buFont typeface="Arial"/>
              <a:buChar char="•"/>
            </a:pPr>
            <a:r>
              <a:rPr lang="en-US" sz="2707">
                <a:solidFill>
                  <a:srgbClr val="022E30"/>
                </a:solidFill>
                <a:latin typeface="Open Sauce"/>
                <a:ea typeface="Open Sauce"/>
                <a:cs typeface="Open Sauce"/>
                <a:sym typeface="Open Sauce"/>
              </a:rPr>
              <a:t>Tourism compromised</a:t>
            </a:r>
          </a:p>
          <a:p>
            <a:pPr algn="l">
              <a:lnSpc>
                <a:spcPts val="2599"/>
              </a:lnSpc>
            </a:pPr>
          </a:p>
          <a:p>
            <a:pPr algn="l">
              <a:lnSpc>
                <a:spcPts val="2599"/>
              </a:lnSpc>
            </a:pPr>
          </a:p>
          <a:p>
            <a:pPr algn="l" marL="584648" indent="-292324" lvl="1">
              <a:lnSpc>
                <a:spcPts val="2599"/>
              </a:lnSpc>
              <a:buFont typeface="Arial"/>
              <a:buChar char="•"/>
            </a:pPr>
            <a:r>
              <a:rPr lang="en-US" b="true" sz="2707">
                <a:solidFill>
                  <a:srgbClr val="022E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Thousands</a:t>
            </a:r>
            <a:r>
              <a:rPr lang="en-US" b="true" sz="2707">
                <a:solidFill>
                  <a:srgbClr val="022E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of people, flora and fauna affected daily all around the globe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61371" y="585216"/>
            <a:ext cx="10747062" cy="9116567"/>
            <a:chOff x="0" y="0"/>
            <a:chExt cx="2830502" cy="2401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0502" cy="2401071"/>
            </a:xfrm>
            <a:custGeom>
              <a:avLst/>
              <a:gdLst/>
              <a:ahLst/>
              <a:cxnLst/>
              <a:rect r="r" b="b" t="t" l="l"/>
              <a:pathLst>
                <a:path h="2401071" w="2830502">
                  <a:moveTo>
                    <a:pt x="18730" y="0"/>
                  </a:moveTo>
                  <a:lnTo>
                    <a:pt x="2811772" y="0"/>
                  </a:lnTo>
                  <a:cubicBezTo>
                    <a:pt x="2816740" y="0"/>
                    <a:pt x="2821504" y="1973"/>
                    <a:pt x="2825016" y="5486"/>
                  </a:cubicBezTo>
                  <a:cubicBezTo>
                    <a:pt x="2828529" y="8998"/>
                    <a:pt x="2830502" y="13762"/>
                    <a:pt x="2830502" y="18730"/>
                  </a:cubicBezTo>
                  <a:lnTo>
                    <a:pt x="2830502" y="2382342"/>
                  </a:lnTo>
                  <a:cubicBezTo>
                    <a:pt x="2830502" y="2392686"/>
                    <a:pt x="2822117" y="2401071"/>
                    <a:pt x="2811772" y="2401071"/>
                  </a:cubicBezTo>
                  <a:lnTo>
                    <a:pt x="18730" y="2401071"/>
                  </a:lnTo>
                  <a:cubicBezTo>
                    <a:pt x="8386" y="2401071"/>
                    <a:pt x="0" y="2392686"/>
                    <a:pt x="0" y="2382342"/>
                  </a:cubicBezTo>
                  <a:lnTo>
                    <a:pt x="0" y="18730"/>
                  </a:lnTo>
                  <a:cubicBezTo>
                    <a:pt x="0" y="8386"/>
                    <a:pt x="8386" y="0"/>
                    <a:pt x="187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30502" cy="2439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10728" y="8451759"/>
            <a:ext cx="1097144" cy="1250025"/>
          </a:xfrm>
          <a:custGeom>
            <a:avLst/>
            <a:gdLst/>
            <a:ahLst/>
            <a:cxnLst/>
            <a:rect r="r" b="b" t="t" l="l"/>
            <a:pathLst>
              <a:path h="1250025" w="1097144">
                <a:moveTo>
                  <a:pt x="0" y="0"/>
                </a:moveTo>
                <a:lnTo>
                  <a:pt x="1097144" y="0"/>
                </a:lnTo>
                <a:lnTo>
                  <a:pt x="1097144" y="1250025"/>
                </a:lnTo>
                <a:lnTo>
                  <a:pt x="0" y="1250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8006" y="4448573"/>
            <a:ext cx="6881972" cy="4834585"/>
          </a:xfrm>
          <a:custGeom>
            <a:avLst/>
            <a:gdLst/>
            <a:ahLst/>
            <a:cxnLst/>
            <a:rect r="r" b="b" t="t" l="l"/>
            <a:pathLst>
              <a:path h="4834585" w="6881972">
                <a:moveTo>
                  <a:pt x="0" y="0"/>
                </a:moveTo>
                <a:lnTo>
                  <a:pt x="6881972" y="0"/>
                </a:lnTo>
                <a:lnTo>
                  <a:pt x="6881972" y="4834585"/>
                </a:lnTo>
                <a:lnTo>
                  <a:pt x="0" y="4834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3392" y="4473431"/>
            <a:ext cx="6846586" cy="4809727"/>
          </a:xfrm>
          <a:custGeom>
            <a:avLst/>
            <a:gdLst/>
            <a:ahLst/>
            <a:cxnLst/>
            <a:rect r="r" b="b" t="t" l="l"/>
            <a:pathLst>
              <a:path h="4809727" w="6846586">
                <a:moveTo>
                  <a:pt x="0" y="0"/>
                </a:moveTo>
                <a:lnTo>
                  <a:pt x="6846586" y="0"/>
                </a:lnTo>
                <a:lnTo>
                  <a:pt x="6846586" y="4809727"/>
                </a:lnTo>
                <a:lnTo>
                  <a:pt x="0" y="4809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305646"/>
            <a:ext cx="7460585" cy="212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3"/>
              </a:lnSpc>
            </a:pPr>
            <a:r>
              <a:rPr lang="en-US" sz="8441">
                <a:solidFill>
                  <a:srgbClr val="042235"/>
                </a:solidFill>
                <a:latin typeface="Open Sauce"/>
                <a:ea typeface="Open Sauce"/>
                <a:cs typeface="Open Sauce"/>
                <a:sym typeface="Open Sauce"/>
              </a:rPr>
              <a:t>WHAT’S IN THE MARKET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95509" y="1497135"/>
            <a:ext cx="5753522" cy="44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2755" indent="-371377" lvl="1">
              <a:lnSpc>
                <a:spcPts val="3302"/>
              </a:lnSpc>
              <a:buFont typeface="Arial"/>
              <a:buChar char="•"/>
            </a:pPr>
            <a:r>
              <a:rPr lang="en-US" sz="344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 CONSTANT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71176" y="2008466"/>
            <a:ext cx="4935396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Data published but not updated constantly to see developments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95509" y="3862037"/>
            <a:ext cx="5753522" cy="44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2755" indent="-371377" lvl="1">
              <a:lnSpc>
                <a:spcPts val="3302"/>
              </a:lnSpc>
              <a:buFont typeface="Arial"/>
              <a:buChar char="•"/>
            </a:pPr>
            <a:r>
              <a:rPr lang="en-US" sz="344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 PUNCTUAL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71176" y="4415044"/>
            <a:ext cx="4935396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General data of the region</a:t>
            </a:r>
          </a:p>
          <a:p>
            <a:pPr algn="just">
              <a:lnSpc>
                <a:spcPts val="2699"/>
              </a:lnSpc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Data of specific regions of interest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95509" y="6268615"/>
            <a:ext cx="6352201" cy="44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2755" indent="-371377" lvl="1">
              <a:lnSpc>
                <a:spcPts val="3302"/>
              </a:lnSpc>
              <a:buFont typeface="Arial"/>
              <a:buChar char="•"/>
            </a:pPr>
            <a:r>
              <a:rPr lang="en-US" sz="344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 NOTICE OF DAMAGE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71176" y="6830670"/>
            <a:ext cx="4935396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Situations can get worse without anyone noticing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18006" y="4461002"/>
            <a:ext cx="6846586" cy="4809727"/>
          </a:xfrm>
          <a:custGeom>
            <a:avLst/>
            <a:gdLst/>
            <a:ahLst/>
            <a:cxnLst/>
            <a:rect r="r" b="b" t="t" l="l"/>
            <a:pathLst>
              <a:path h="4809727" w="6846586">
                <a:moveTo>
                  <a:pt x="0" y="0"/>
                </a:moveTo>
                <a:lnTo>
                  <a:pt x="6846587" y="0"/>
                </a:lnTo>
                <a:lnTo>
                  <a:pt x="6846587" y="4809727"/>
                </a:lnTo>
                <a:lnTo>
                  <a:pt x="0" y="48097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53525" y="259878"/>
            <a:ext cx="10019411" cy="10288581"/>
            <a:chOff x="0" y="0"/>
            <a:chExt cx="2638857" cy="27097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38857" cy="2709750"/>
            </a:xfrm>
            <a:custGeom>
              <a:avLst/>
              <a:gdLst/>
              <a:ahLst/>
              <a:cxnLst/>
              <a:rect r="r" b="b" t="t" l="l"/>
              <a:pathLst>
                <a:path h="2709750" w="2638857">
                  <a:moveTo>
                    <a:pt x="20090" y="0"/>
                  </a:moveTo>
                  <a:lnTo>
                    <a:pt x="2618767" y="0"/>
                  </a:lnTo>
                  <a:cubicBezTo>
                    <a:pt x="2624096" y="0"/>
                    <a:pt x="2629206" y="2117"/>
                    <a:pt x="2632973" y="5884"/>
                  </a:cubicBezTo>
                  <a:cubicBezTo>
                    <a:pt x="2636741" y="9652"/>
                    <a:pt x="2638857" y="14762"/>
                    <a:pt x="2638857" y="20090"/>
                  </a:cubicBezTo>
                  <a:lnTo>
                    <a:pt x="2638857" y="2689660"/>
                  </a:lnTo>
                  <a:cubicBezTo>
                    <a:pt x="2638857" y="2694988"/>
                    <a:pt x="2636741" y="2700098"/>
                    <a:pt x="2632973" y="2703866"/>
                  </a:cubicBezTo>
                  <a:cubicBezTo>
                    <a:pt x="2629206" y="2707633"/>
                    <a:pt x="2624096" y="2709750"/>
                    <a:pt x="2618767" y="2709750"/>
                  </a:cubicBezTo>
                  <a:lnTo>
                    <a:pt x="20090" y="2709750"/>
                  </a:lnTo>
                  <a:cubicBezTo>
                    <a:pt x="14762" y="2709750"/>
                    <a:pt x="9652" y="2707633"/>
                    <a:pt x="5884" y="2703866"/>
                  </a:cubicBezTo>
                  <a:cubicBezTo>
                    <a:pt x="2117" y="2700098"/>
                    <a:pt x="0" y="2694988"/>
                    <a:pt x="0" y="2689660"/>
                  </a:cubicBezTo>
                  <a:lnTo>
                    <a:pt x="0" y="20090"/>
                  </a:lnTo>
                  <a:cubicBezTo>
                    <a:pt x="0" y="14762"/>
                    <a:pt x="2117" y="9652"/>
                    <a:pt x="5884" y="5884"/>
                  </a:cubicBezTo>
                  <a:cubicBezTo>
                    <a:pt x="9652" y="2117"/>
                    <a:pt x="14762" y="0"/>
                    <a:pt x="20090" y="0"/>
                  </a:cubicBezTo>
                  <a:close/>
                </a:path>
              </a:pathLst>
            </a:custGeom>
            <a:solidFill>
              <a:srgbClr val="022E3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38857" cy="2747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5643" y="5931908"/>
            <a:ext cx="7458865" cy="5039701"/>
            <a:chOff x="0" y="0"/>
            <a:chExt cx="1964475" cy="13273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4475" cy="1327329"/>
            </a:xfrm>
            <a:custGeom>
              <a:avLst/>
              <a:gdLst/>
              <a:ahLst/>
              <a:cxnLst/>
              <a:rect r="r" b="b" t="t" l="l"/>
              <a:pathLst>
                <a:path h="1327329" w="1964475">
                  <a:moveTo>
                    <a:pt x="103795" y="0"/>
                  </a:moveTo>
                  <a:lnTo>
                    <a:pt x="1860680" y="0"/>
                  </a:lnTo>
                  <a:cubicBezTo>
                    <a:pt x="1918004" y="0"/>
                    <a:pt x="1964475" y="46471"/>
                    <a:pt x="1964475" y="103795"/>
                  </a:cubicBezTo>
                  <a:lnTo>
                    <a:pt x="1964475" y="1223534"/>
                  </a:lnTo>
                  <a:cubicBezTo>
                    <a:pt x="1964475" y="1280858"/>
                    <a:pt x="1918004" y="1327329"/>
                    <a:pt x="1860680" y="1327329"/>
                  </a:cubicBezTo>
                  <a:lnTo>
                    <a:pt x="103795" y="1327329"/>
                  </a:lnTo>
                  <a:cubicBezTo>
                    <a:pt x="76267" y="1327329"/>
                    <a:pt x="49866" y="1316393"/>
                    <a:pt x="30401" y="1296928"/>
                  </a:cubicBezTo>
                  <a:cubicBezTo>
                    <a:pt x="10936" y="1277462"/>
                    <a:pt x="0" y="1251062"/>
                    <a:pt x="0" y="1223534"/>
                  </a:cubicBezTo>
                  <a:lnTo>
                    <a:pt x="0" y="103795"/>
                  </a:lnTo>
                  <a:cubicBezTo>
                    <a:pt x="0" y="46471"/>
                    <a:pt x="46471" y="0"/>
                    <a:pt x="103795" y="0"/>
                  </a:cubicBezTo>
                  <a:close/>
                </a:path>
              </a:pathLst>
            </a:custGeom>
            <a:solidFill>
              <a:srgbClr val="9FC5B9">
                <a:alpha val="4588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64475" cy="1365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52331" y="6362056"/>
            <a:ext cx="4151237" cy="1515201"/>
          </a:xfrm>
          <a:custGeom>
            <a:avLst/>
            <a:gdLst/>
            <a:ahLst/>
            <a:cxnLst/>
            <a:rect r="r" b="b" t="t" l="l"/>
            <a:pathLst>
              <a:path h="1515201" w="4151237">
                <a:moveTo>
                  <a:pt x="0" y="0"/>
                </a:moveTo>
                <a:lnTo>
                  <a:pt x="4151237" y="0"/>
                </a:lnTo>
                <a:lnTo>
                  <a:pt x="4151237" y="1515202"/>
                </a:lnTo>
                <a:lnTo>
                  <a:pt x="0" y="151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10728" y="8451759"/>
            <a:ext cx="1097144" cy="1250025"/>
          </a:xfrm>
          <a:custGeom>
            <a:avLst/>
            <a:gdLst/>
            <a:ahLst/>
            <a:cxnLst/>
            <a:rect r="r" b="b" t="t" l="l"/>
            <a:pathLst>
              <a:path h="1250025" w="1097144">
                <a:moveTo>
                  <a:pt x="0" y="0"/>
                </a:moveTo>
                <a:lnTo>
                  <a:pt x="1097144" y="0"/>
                </a:lnTo>
                <a:lnTo>
                  <a:pt x="1097144" y="1250025"/>
                </a:lnTo>
                <a:lnTo>
                  <a:pt x="0" y="1250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66584" y="999723"/>
            <a:ext cx="3636984" cy="4143777"/>
          </a:xfrm>
          <a:custGeom>
            <a:avLst/>
            <a:gdLst/>
            <a:ahLst/>
            <a:cxnLst/>
            <a:rect r="r" b="b" t="t" l="l"/>
            <a:pathLst>
              <a:path h="4143777" w="3636984">
                <a:moveTo>
                  <a:pt x="0" y="0"/>
                </a:moveTo>
                <a:lnTo>
                  <a:pt x="3636984" y="0"/>
                </a:lnTo>
                <a:lnTo>
                  <a:pt x="3636984" y="4143777"/>
                </a:lnTo>
                <a:lnTo>
                  <a:pt x="0" y="4143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504517" y="8488103"/>
            <a:ext cx="4161117" cy="1232731"/>
          </a:xfrm>
          <a:custGeom>
            <a:avLst/>
            <a:gdLst/>
            <a:ahLst/>
            <a:cxnLst/>
            <a:rect r="r" b="b" t="t" l="l"/>
            <a:pathLst>
              <a:path h="1232731" w="4161117">
                <a:moveTo>
                  <a:pt x="0" y="0"/>
                </a:moveTo>
                <a:lnTo>
                  <a:pt x="4161118" y="0"/>
                </a:lnTo>
                <a:lnTo>
                  <a:pt x="4161118" y="1232731"/>
                </a:lnTo>
                <a:lnTo>
                  <a:pt x="0" y="12327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906330" y="1189317"/>
            <a:ext cx="7376038" cy="163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2"/>
              </a:lnSpc>
            </a:pPr>
            <a:r>
              <a:rPr lang="en-US" sz="57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 HAVE </a:t>
            </a:r>
          </a:p>
          <a:p>
            <a:pPr algn="l">
              <a:lnSpc>
                <a:spcPts val="6855"/>
              </a:lnSpc>
            </a:pPr>
            <a:r>
              <a:rPr lang="en-US" sz="7141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SOLUTION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06330" y="4043133"/>
            <a:ext cx="6871603" cy="44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2755" indent="-371377" lvl="1">
              <a:lnSpc>
                <a:spcPts val="3302"/>
              </a:lnSpc>
              <a:buFont typeface="Arial"/>
              <a:buChar char="•"/>
            </a:pPr>
            <a:r>
              <a:rPr lang="en-US" sz="344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ANYWHERE IN THE WORLD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84920" y="4529006"/>
            <a:ext cx="6091581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Worldwide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06330" y="5451382"/>
            <a:ext cx="7789011" cy="44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2755" indent="-371377" lvl="1">
              <a:lnSpc>
                <a:spcPts val="3302"/>
              </a:lnSpc>
              <a:buFont typeface="Arial"/>
              <a:buChar char="•"/>
            </a:pPr>
            <a:r>
              <a:rPr lang="en-US" sz="344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RAPID RESPONSE MONITORING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84920" y="5939146"/>
            <a:ext cx="6091581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With new images every </a:t>
            </a:r>
            <a:r>
              <a:rPr lang="en-US" b="true" sz="1899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 days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06330" y="8253713"/>
            <a:ext cx="6871603" cy="44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2755" indent="-371377" lvl="1">
              <a:lnSpc>
                <a:spcPts val="3302"/>
              </a:lnSpc>
              <a:buFont typeface="Arial"/>
              <a:buChar char="•"/>
            </a:pPr>
            <a:r>
              <a:rPr lang="en-US" sz="344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ALERT SYSTEM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84920" y="8739586"/>
            <a:ext cx="6046435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For interested </a:t>
            </a:r>
            <a:r>
              <a:rPr lang="en-US" b="true" sz="1899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entities</a:t>
            </a: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38412" y="7363016"/>
            <a:ext cx="5525988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 more general data, but </a:t>
            </a:r>
            <a:r>
              <a:rPr lang="en-US" b="true" sz="1899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detailed information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06330" y="6829843"/>
            <a:ext cx="6871603" cy="44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2755" indent="-371377" lvl="1">
              <a:lnSpc>
                <a:spcPts val="3302"/>
              </a:lnSpc>
              <a:buFont typeface="Arial"/>
              <a:buChar char="•"/>
            </a:pPr>
            <a:r>
              <a:rPr lang="en-US" sz="344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HIGH PRECISION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92602" y="1028700"/>
            <a:ext cx="8236991" cy="7351515"/>
          </a:xfrm>
          <a:custGeom>
            <a:avLst/>
            <a:gdLst/>
            <a:ahLst/>
            <a:cxnLst/>
            <a:rect r="r" b="b" t="t" l="l"/>
            <a:pathLst>
              <a:path h="7351515" w="8236991">
                <a:moveTo>
                  <a:pt x="0" y="0"/>
                </a:moveTo>
                <a:lnTo>
                  <a:pt x="8236991" y="0"/>
                </a:lnTo>
                <a:lnTo>
                  <a:pt x="8236991" y="7351515"/>
                </a:lnTo>
                <a:lnTo>
                  <a:pt x="0" y="7351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1848" y="1028700"/>
            <a:ext cx="8236991" cy="7351515"/>
          </a:xfrm>
          <a:custGeom>
            <a:avLst/>
            <a:gdLst/>
            <a:ahLst/>
            <a:cxnLst/>
            <a:rect r="r" b="b" t="t" l="l"/>
            <a:pathLst>
              <a:path h="7351515" w="8236991">
                <a:moveTo>
                  <a:pt x="0" y="0"/>
                </a:moveTo>
                <a:lnTo>
                  <a:pt x="8236991" y="0"/>
                </a:lnTo>
                <a:lnTo>
                  <a:pt x="8236991" y="7351515"/>
                </a:lnTo>
                <a:lnTo>
                  <a:pt x="0" y="7351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1848" y="8523960"/>
            <a:ext cx="8236991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b="true" sz="18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L’Albufera </a:t>
            </a: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November 30, 2024 (post flood)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92602" y="8523960"/>
            <a:ext cx="8236991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b="true" sz="18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L’Albufera </a:t>
            </a: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April 19, 2026 (10 days ago)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31848" y="9486900"/>
            <a:ext cx="2749320" cy="405721"/>
            <a:chOff x="0" y="0"/>
            <a:chExt cx="3665760" cy="54096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23928" cy="540962"/>
              <a:chOff x="0" y="0"/>
              <a:chExt cx="222011" cy="10685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2011" cy="106857"/>
              </a:xfrm>
              <a:custGeom>
                <a:avLst/>
                <a:gdLst/>
                <a:ahLst/>
                <a:cxnLst/>
                <a:rect r="r" b="b" t="t" l="l"/>
                <a:pathLst>
                  <a:path h="106857" w="222011">
                    <a:moveTo>
                      <a:pt x="0" y="0"/>
                    </a:moveTo>
                    <a:lnTo>
                      <a:pt x="222011" y="0"/>
                    </a:lnTo>
                    <a:lnTo>
                      <a:pt x="222011" y="106857"/>
                    </a:lnTo>
                    <a:lnTo>
                      <a:pt x="0" y="106857"/>
                    </a:lnTo>
                    <a:close/>
                  </a:path>
                </a:pathLst>
              </a:custGeom>
              <a:solidFill>
                <a:srgbClr val="1383DE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222011" cy="164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4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427602" y="26641"/>
              <a:ext cx="2238158" cy="430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No anomalies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72580" y="9486900"/>
            <a:ext cx="3289598" cy="405721"/>
            <a:chOff x="0" y="0"/>
            <a:chExt cx="4386131" cy="54096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123928" cy="540962"/>
              <a:chOff x="0" y="0"/>
              <a:chExt cx="222011" cy="10685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22011" cy="106857"/>
              </a:xfrm>
              <a:custGeom>
                <a:avLst/>
                <a:gdLst/>
                <a:ahLst/>
                <a:cxnLst/>
                <a:rect r="r" b="b" t="t" l="l"/>
                <a:pathLst>
                  <a:path h="106857" w="222011">
                    <a:moveTo>
                      <a:pt x="0" y="0"/>
                    </a:moveTo>
                    <a:lnTo>
                      <a:pt x="222011" y="0"/>
                    </a:lnTo>
                    <a:lnTo>
                      <a:pt x="222011" y="106857"/>
                    </a:lnTo>
                    <a:lnTo>
                      <a:pt x="0" y="106857"/>
                    </a:lnTo>
                    <a:close/>
                  </a:path>
                </a:pathLst>
              </a:custGeom>
              <a:solidFill>
                <a:srgbClr val="FF621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222011" cy="164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4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292989" y="26641"/>
              <a:ext cx="3093142" cy="430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Sediments/turbidity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57478" y="9486900"/>
            <a:ext cx="3253154" cy="405721"/>
            <a:chOff x="0" y="0"/>
            <a:chExt cx="4337539" cy="54096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123928" cy="540962"/>
              <a:chOff x="0" y="0"/>
              <a:chExt cx="222011" cy="10685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2011" cy="106857"/>
              </a:xfrm>
              <a:custGeom>
                <a:avLst/>
                <a:gdLst/>
                <a:ahLst/>
                <a:cxnLst/>
                <a:rect r="r" b="b" t="t" l="l"/>
                <a:pathLst>
                  <a:path h="106857" w="222011">
                    <a:moveTo>
                      <a:pt x="0" y="0"/>
                    </a:moveTo>
                    <a:lnTo>
                      <a:pt x="222011" y="0"/>
                    </a:lnTo>
                    <a:lnTo>
                      <a:pt x="222011" y="106857"/>
                    </a:lnTo>
                    <a:lnTo>
                      <a:pt x="0" y="106857"/>
                    </a:lnTo>
                    <a:close/>
                  </a:path>
                </a:pathLst>
              </a:custGeom>
              <a:solidFill>
                <a:srgbClr val="C7FF9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222011" cy="164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4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244397" y="26641"/>
              <a:ext cx="3093142" cy="430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High clorophile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99188" y="9486900"/>
            <a:ext cx="3248528" cy="405721"/>
            <a:chOff x="0" y="0"/>
            <a:chExt cx="4331370" cy="54096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123928" cy="540962"/>
              <a:chOff x="0" y="0"/>
              <a:chExt cx="222011" cy="10685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22011" cy="106857"/>
              </a:xfrm>
              <a:custGeom>
                <a:avLst/>
                <a:gdLst/>
                <a:ahLst/>
                <a:cxnLst/>
                <a:rect r="r" b="b" t="t" l="l"/>
                <a:pathLst>
                  <a:path h="106857" w="222011">
                    <a:moveTo>
                      <a:pt x="0" y="0"/>
                    </a:moveTo>
                    <a:lnTo>
                      <a:pt x="222011" y="0"/>
                    </a:lnTo>
                    <a:lnTo>
                      <a:pt x="222011" y="106857"/>
                    </a:lnTo>
                    <a:lnTo>
                      <a:pt x="0" y="106857"/>
                    </a:lnTo>
                    <a:close/>
                  </a:path>
                </a:pathLst>
              </a:custGeom>
              <a:solidFill>
                <a:srgbClr val="009C27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222011" cy="164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4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238228" y="26641"/>
              <a:ext cx="3093142" cy="430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Algae bloom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447716" y="9486900"/>
            <a:ext cx="3381878" cy="405721"/>
            <a:chOff x="0" y="0"/>
            <a:chExt cx="4509170" cy="54096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123928" cy="540962"/>
              <a:chOff x="0" y="0"/>
              <a:chExt cx="222011" cy="10685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22011" cy="106857"/>
              </a:xfrm>
              <a:custGeom>
                <a:avLst/>
                <a:gdLst/>
                <a:ahLst/>
                <a:cxnLst/>
                <a:rect r="r" b="b" t="t" l="l"/>
                <a:pathLst>
                  <a:path h="106857" w="222011">
                    <a:moveTo>
                      <a:pt x="0" y="0"/>
                    </a:moveTo>
                    <a:lnTo>
                      <a:pt x="222011" y="0"/>
                    </a:lnTo>
                    <a:lnTo>
                      <a:pt x="222011" y="106857"/>
                    </a:lnTo>
                    <a:lnTo>
                      <a:pt x="0" y="106857"/>
                    </a:lnTo>
                    <a:close/>
                  </a:path>
                </a:pathLst>
              </a:custGeom>
              <a:solidFill>
                <a:srgbClr val="72150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222011" cy="164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4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416028" y="26641"/>
              <a:ext cx="3093142" cy="430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Other anomalities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6710728" y="1197747"/>
            <a:ext cx="1097144" cy="1250025"/>
          </a:xfrm>
          <a:custGeom>
            <a:avLst/>
            <a:gdLst/>
            <a:ahLst/>
            <a:cxnLst/>
            <a:rect r="r" b="b" t="t" l="l"/>
            <a:pathLst>
              <a:path h="1250025" w="1097144">
                <a:moveTo>
                  <a:pt x="0" y="0"/>
                </a:moveTo>
                <a:lnTo>
                  <a:pt x="1097144" y="0"/>
                </a:lnTo>
                <a:lnTo>
                  <a:pt x="1097144" y="1250025"/>
                </a:lnTo>
                <a:lnTo>
                  <a:pt x="0" y="1250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871695" y="1197747"/>
            <a:ext cx="1097144" cy="1250025"/>
          </a:xfrm>
          <a:custGeom>
            <a:avLst/>
            <a:gdLst/>
            <a:ahLst/>
            <a:cxnLst/>
            <a:rect r="r" b="b" t="t" l="l"/>
            <a:pathLst>
              <a:path h="1250025" w="1097144">
                <a:moveTo>
                  <a:pt x="0" y="0"/>
                </a:moveTo>
                <a:lnTo>
                  <a:pt x="1097144" y="0"/>
                </a:lnTo>
                <a:lnTo>
                  <a:pt x="1097144" y="1250025"/>
                </a:lnTo>
                <a:lnTo>
                  <a:pt x="0" y="1250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92602" y="1028700"/>
            <a:ext cx="8236991" cy="7351515"/>
          </a:xfrm>
          <a:custGeom>
            <a:avLst/>
            <a:gdLst/>
            <a:ahLst/>
            <a:cxnLst/>
            <a:rect r="r" b="b" t="t" l="l"/>
            <a:pathLst>
              <a:path h="7351515" w="8236991">
                <a:moveTo>
                  <a:pt x="0" y="0"/>
                </a:moveTo>
                <a:lnTo>
                  <a:pt x="8236991" y="0"/>
                </a:lnTo>
                <a:lnTo>
                  <a:pt x="8236991" y="7351515"/>
                </a:lnTo>
                <a:lnTo>
                  <a:pt x="0" y="7351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1848" y="1028700"/>
            <a:ext cx="8236991" cy="7351515"/>
          </a:xfrm>
          <a:custGeom>
            <a:avLst/>
            <a:gdLst/>
            <a:ahLst/>
            <a:cxnLst/>
            <a:rect r="r" b="b" t="t" l="l"/>
            <a:pathLst>
              <a:path h="7351515" w="8236991">
                <a:moveTo>
                  <a:pt x="0" y="0"/>
                </a:moveTo>
                <a:lnTo>
                  <a:pt x="8236991" y="0"/>
                </a:lnTo>
                <a:lnTo>
                  <a:pt x="8236991" y="7351515"/>
                </a:lnTo>
                <a:lnTo>
                  <a:pt x="0" y="7351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1848" y="9486900"/>
            <a:ext cx="2749320" cy="405721"/>
            <a:chOff x="0" y="0"/>
            <a:chExt cx="3665760" cy="54096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123928" cy="540962"/>
              <a:chOff x="0" y="0"/>
              <a:chExt cx="222011" cy="10685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22011" cy="106857"/>
              </a:xfrm>
              <a:custGeom>
                <a:avLst/>
                <a:gdLst/>
                <a:ahLst/>
                <a:cxnLst/>
                <a:rect r="r" b="b" t="t" l="l"/>
                <a:pathLst>
                  <a:path h="106857" w="222011">
                    <a:moveTo>
                      <a:pt x="0" y="0"/>
                    </a:moveTo>
                    <a:lnTo>
                      <a:pt x="222011" y="0"/>
                    </a:lnTo>
                    <a:lnTo>
                      <a:pt x="222011" y="106857"/>
                    </a:lnTo>
                    <a:lnTo>
                      <a:pt x="0" y="106857"/>
                    </a:lnTo>
                    <a:close/>
                  </a:path>
                </a:pathLst>
              </a:custGeom>
              <a:solidFill>
                <a:srgbClr val="1383DE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222011" cy="164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4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427602" y="26641"/>
              <a:ext cx="2238158" cy="430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No anomalies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72580" y="9486900"/>
            <a:ext cx="3289598" cy="405721"/>
            <a:chOff x="0" y="0"/>
            <a:chExt cx="4386131" cy="54096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123928" cy="540962"/>
              <a:chOff x="0" y="0"/>
              <a:chExt cx="222011" cy="10685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22011" cy="106857"/>
              </a:xfrm>
              <a:custGeom>
                <a:avLst/>
                <a:gdLst/>
                <a:ahLst/>
                <a:cxnLst/>
                <a:rect r="r" b="b" t="t" l="l"/>
                <a:pathLst>
                  <a:path h="106857" w="222011">
                    <a:moveTo>
                      <a:pt x="0" y="0"/>
                    </a:moveTo>
                    <a:lnTo>
                      <a:pt x="222011" y="0"/>
                    </a:lnTo>
                    <a:lnTo>
                      <a:pt x="222011" y="106857"/>
                    </a:lnTo>
                    <a:lnTo>
                      <a:pt x="0" y="106857"/>
                    </a:lnTo>
                    <a:close/>
                  </a:path>
                </a:pathLst>
              </a:custGeom>
              <a:solidFill>
                <a:srgbClr val="FF621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222011" cy="164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4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292989" y="26641"/>
              <a:ext cx="3093142" cy="430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Sediments/turbidity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57478" y="9486900"/>
            <a:ext cx="3253154" cy="405721"/>
            <a:chOff x="0" y="0"/>
            <a:chExt cx="4337539" cy="54096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123928" cy="540962"/>
              <a:chOff x="0" y="0"/>
              <a:chExt cx="222011" cy="10685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22011" cy="106857"/>
              </a:xfrm>
              <a:custGeom>
                <a:avLst/>
                <a:gdLst/>
                <a:ahLst/>
                <a:cxnLst/>
                <a:rect r="r" b="b" t="t" l="l"/>
                <a:pathLst>
                  <a:path h="106857" w="222011">
                    <a:moveTo>
                      <a:pt x="0" y="0"/>
                    </a:moveTo>
                    <a:lnTo>
                      <a:pt x="222011" y="0"/>
                    </a:lnTo>
                    <a:lnTo>
                      <a:pt x="222011" y="106857"/>
                    </a:lnTo>
                    <a:lnTo>
                      <a:pt x="0" y="106857"/>
                    </a:lnTo>
                    <a:close/>
                  </a:path>
                </a:pathLst>
              </a:custGeom>
              <a:solidFill>
                <a:srgbClr val="C7FF9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222011" cy="164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4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244397" y="26641"/>
              <a:ext cx="3093142" cy="430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High clorophile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99188" y="9486900"/>
            <a:ext cx="3248528" cy="405721"/>
            <a:chOff x="0" y="0"/>
            <a:chExt cx="4331370" cy="540962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123928" cy="540962"/>
              <a:chOff x="0" y="0"/>
              <a:chExt cx="222011" cy="10685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22011" cy="106857"/>
              </a:xfrm>
              <a:custGeom>
                <a:avLst/>
                <a:gdLst/>
                <a:ahLst/>
                <a:cxnLst/>
                <a:rect r="r" b="b" t="t" l="l"/>
                <a:pathLst>
                  <a:path h="106857" w="222011">
                    <a:moveTo>
                      <a:pt x="0" y="0"/>
                    </a:moveTo>
                    <a:lnTo>
                      <a:pt x="222011" y="0"/>
                    </a:lnTo>
                    <a:lnTo>
                      <a:pt x="222011" y="106857"/>
                    </a:lnTo>
                    <a:lnTo>
                      <a:pt x="0" y="106857"/>
                    </a:lnTo>
                    <a:close/>
                  </a:path>
                </a:pathLst>
              </a:custGeom>
              <a:solidFill>
                <a:srgbClr val="009C27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222011" cy="164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4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238228" y="26641"/>
              <a:ext cx="3093142" cy="430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Algae bloom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447716" y="9486900"/>
            <a:ext cx="3381878" cy="405721"/>
            <a:chOff x="0" y="0"/>
            <a:chExt cx="4509170" cy="54096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123928" cy="540962"/>
              <a:chOff x="0" y="0"/>
              <a:chExt cx="222011" cy="10685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22011" cy="106857"/>
              </a:xfrm>
              <a:custGeom>
                <a:avLst/>
                <a:gdLst/>
                <a:ahLst/>
                <a:cxnLst/>
                <a:rect r="r" b="b" t="t" l="l"/>
                <a:pathLst>
                  <a:path h="106857" w="222011">
                    <a:moveTo>
                      <a:pt x="0" y="0"/>
                    </a:moveTo>
                    <a:lnTo>
                      <a:pt x="222011" y="0"/>
                    </a:lnTo>
                    <a:lnTo>
                      <a:pt x="222011" y="106857"/>
                    </a:lnTo>
                    <a:lnTo>
                      <a:pt x="0" y="106857"/>
                    </a:lnTo>
                    <a:close/>
                  </a:path>
                </a:pathLst>
              </a:custGeom>
              <a:solidFill>
                <a:srgbClr val="721500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222011" cy="164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4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416028" y="26641"/>
              <a:ext cx="3093142" cy="430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Other anomalities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7871695" y="1197747"/>
            <a:ext cx="1097144" cy="1250025"/>
          </a:xfrm>
          <a:custGeom>
            <a:avLst/>
            <a:gdLst/>
            <a:ahLst/>
            <a:cxnLst/>
            <a:rect r="r" b="b" t="t" l="l"/>
            <a:pathLst>
              <a:path h="1250025" w="1097144">
                <a:moveTo>
                  <a:pt x="0" y="0"/>
                </a:moveTo>
                <a:lnTo>
                  <a:pt x="1097144" y="0"/>
                </a:lnTo>
                <a:lnTo>
                  <a:pt x="1097144" y="1250025"/>
                </a:lnTo>
                <a:lnTo>
                  <a:pt x="0" y="1250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31848" y="8523960"/>
            <a:ext cx="8236991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b="true" sz="18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Venice</a:t>
            </a: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- November 10, 2019 (during the inundation)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92602" y="8523960"/>
            <a:ext cx="8236991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b="true" sz="18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Venice</a:t>
            </a: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- April 26, 2026 (this week)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6710728" y="1197747"/>
            <a:ext cx="1097144" cy="1250025"/>
          </a:xfrm>
          <a:custGeom>
            <a:avLst/>
            <a:gdLst/>
            <a:ahLst/>
            <a:cxnLst/>
            <a:rect r="r" b="b" t="t" l="l"/>
            <a:pathLst>
              <a:path h="1250025" w="1097144">
                <a:moveTo>
                  <a:pt x="0" y="0"/>
                </a:moveTo>
                <a:lnTo>
                  <a:pt x="1097144" y="0"/>
                </a:lnTo>
                <a:lnTo>
                  <a:pt x="1097144" y="1250025"/>
                </a:lnTo>
                <a:lnTo>
                  <a:pt x="0" y="1250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848" y="1028700"/>
            <a:ext cx="8236991" cy="7351515"/>
          </a:xfrm>
          <a:custGeom>
            <a:avLst/>
            <a:gdLst/>
            <a:ahLst/>
            <a:cxnLst/>
            <a:rect r="r" b="b" t="t" l="l"/>
            <a:pathLst>
              <a:path h="7351515" w="8236991">
                <a:moveTo>
                  <a:pt x="0" y="0"/>
                </a:moveTo>
                <a:lnTo>
                  <a:pt x="8236991" y="0"/>
                </a:lnTo>
                <a:lnTo>
                  <a:pt x="8236991" y="7351515"/>
                </a:lnTo>
                <a:lnTo>
                  <a:pt x="0" y="7351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92602" y="8523960"/>
            <a:ext cx="8236991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b="true" sz="18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Vall dell’Ebre</a:t>
            </a: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- November 22, 2025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848" y="8523960"/>
            <a:ext cx="8236991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b="true" sz="18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Vall dell’Ebre</a:t>
            </a: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- November 22, 2025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592602" y="1028700"/>
            <a:ext cx="8236991" cy="7351515"/>
          </a:xfrm>
          <a:custGeom>
            <a:avLst/>
            <a:gdLst/>
            <a:ahLst/>
            <a:cxnLst/>
            <a:rect r="r" b="b" t="t" l="l"/>
            <a:pathLst>
              <a:path h="7351515" w="8236991">
                <a:moveTo>
                  <a:pt x="0" y="0"/>
                </a:moveTo>
                <a:lnTo>
                  <a:pt x="8236991" y="0"/>
                </a:lnTo>
                <a:lnTo>
                  <a:pt x="8236991" y="7351515"/>
                </a:lnTo>
                <a:lnTo>
                  <a:pt x="0" y="7351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31848" y="9486900"/>
            <a:ext cx="2749320" cy="405721"/>
            <a:chOff x="0" y="0"/>
            <a:chExt cx="3665760" cy="54096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23928" cy="540962"/>
              <a:chOff x="0" y="0"/>
              <a:chExt cx="222011" cy="10685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2011" cy="106857"/>
              </a:xfrm>
              <a:custGeom>
                <a:avLst/>
                <a:gdLst/>
                <a:ahLst/>
                <a:cxnLst/>
                <a:rect r="r" b="b" t="t" l="l"/>
                <a:pathLst>
                  <a:path h="106857" w="222011">
                    <a:moveTo>
                      <a:pt x="0" y="0"/>
                    </a:moveTo>
                    <a:lnTo>
                      <a:pt x="222011" y="0"/>
                    </a:lnTo>
                    <a:lnTo>
                      <a:pt x="222011" y="106857"/>
                    </a:lnTo>
                    <a:lnTo>
                      <a:pt x="0" y="106857"/>
                    </a:lnTo>
                    <a:close/>
                  </a:path>
                </a:pathLst>
              </a:custGeom>
              <a:solidFill>
                <a:srgbClr val="1383DE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222011" cy="164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4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427602" y="26641"/>
              <a:ext cx="2238158" cy="430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No anomalies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72580" y="9486900"/>
            <a:ext cx="3289598" cy="405721"/>
            <a:chOff x="0" y="0"/>
            <a:chExt cx="4386131" cy="54096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123928" cy="540962"/>
              <a:chOff x="0" y="0"/>
              <a:chExt cx="222011" cy="10685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22011" cy="106857"/>
              </a:xfrm>
              <a:custGeom>
                <a:avLst/>
                <a:gdLst/>
                <a:ahLst/>
                <a:cxnLst/>
                <a:rect r="r" b="b" t="t" l="l"/>
                <a:pathLst>
                  <a:path h="106857" w="222011">
                    <a:moveTo>
                      <a:pt x="0" y="0"/>
                    </a:moveTo>
                    <a:lnTo>
                      <a:pt x="222011" y="0"/>
                    </a:lnTo>
                    <a:lnTo>
                      <a:pt x="222011" y="106857"/>
                    </a:lnTo>
                    <a:lnTo>
                      <a:pt x="0" y="106857"/>
                    </a:lnTo>
                    <a:close/>
                  </a:path>
                </a:pathLst>
              </a:custGeom>
              <a:solidFill>
                <a:srgbClr val="FF621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222011" cy="164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4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292989" y="26641"/>
              <a:ext cx="3093142" cy="430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Sediments/turbidity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57478" y="9486900"/>
            <a:ext cx="3253154" cy="405721"/>
            <a:chOff x="0" y="0"/>
            <a:chExt cx="4337539" cy="54096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123928" cy="540962"/>
              <a:chOff x="0" y="0"/>
              <a:chExt cx="222011" cy="10685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2011" cy="106857"/>
              </a:xfrm>
              <a:custGeom>
                <a:avLst/>
                <a:gdLst/>
                <a:ahLst/>
                <a:cxnLst/>
                <a:rect r="r" b="b" t="t" l="l"/>
                <a:pathLst>
                  <a:path h="106857" w="222011">
                    <a:moveTo>
                      <a:pt x="0" y="0"/>
                    </a:moveTo>
                    <a:lnTo>
                      <a:pt x="222011" y="0"/>
                    </a:lnTo>
                    <a:lnTo>
                      <a:pt x="222011" y="106857"/>
                    </a:lnTo>
                    <a:lnTo>
                      <a:pt x="0" y="106857"/>
                    </a:lnTo>
                    <a:close/>
                  </a:path>
                </a:pathLst>
              </a:custGeom>
              <a:solidFill>
                <a:srgbClr val="C7FF9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222011" cy="164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4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244397" y="26641"/>
              <a:ext cx="3093142" cy="430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High clorophile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99188" y="9486900"/>
            <a:ext cx="3248528" cy="405721"/>
            <a:chOff x="0" y="0"/>
            <a:chExt cx="4331370" cy="54096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123928" cy="540962"/>
              <a:chOff x="0" y="0"/>
              <a:chExt cx="222011" cy="10685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22011" cy="106857"/>
              </a:xfrm>
              <a:custGeom>
                <a:avLst/>
                <a:gdLst/>
                <a:ahLst/>
                <a:cxnLst/>
                <a:rect r="r" b="b" t="t" l="l"/>
                <a:pathLst>
                  <a:path h="106857" w="222011">
                    <a:moveTo>
                      <a:pt x="0" y="0"/>
                    </a:moveTo>
                    <a:lnTo>
                      <a:pt x="222011" y="0"/>
                    </a:lnTo>
                    <a:lnTo>
                      <a:pt x="222011" y="106857"/>
                    </a:lnTo>
                    <a:lnTo>
                      <a:pt x="0" y="106857"/>
                    </a:lnTo>
                    <a:close/>
                  </a:path>
                </a:pathLst>
              </a:custGeom>
              <a:solidFill>
                <a:srgbClr val="009C27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222011" cy="164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4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238228" y="26641"/>
              <a:ext cx="3093142" cy="430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Algae bloom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447716" y="9486900"/>
            <a:ext cx="3381878" cy="405721"/>
            <a:chOff x="0" y="0"/>
            <a:chExt cx="4509170" cy="54096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123928" cy="540962"/>
              <a:chOff x="0" y="0"/>
              <a:chExt cx="222011" cy="10685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22011" cy="106857"/>
              </a:xfrm>
              <a:custGeom>
                <a:avLst/>
                <a:gdLst/>
                <a:ahLst/>
                <a:cxnLst/>
                <a:rect r="r" b="b" t="t" l="l"/>
                <a:pathLst>
                  <a:path h="106857" w="222011">
                    <a:moveTo>
                      <a:pt x="0" y="0"/>
                    </a:moveTo>
                    <a:lnTo>
                      <a:pt x="222011" y="0"/>
                    </a:lnTo>
                    <a:lnTo>
                      <a:pt x="222011" y="106857"/>
                    </a:lnTo>
                    <a:lnTo>
                      <a:pt x="0" y="106857"/>
                    </a:lnTo>
                    <a:close/>
                  </a:path>
                </a:pathLst>
              </a:custGeom>
              <a:solidFill>
                <a:srgbClr val="72150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222011" cy="164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4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416028" y="26641"/>
              <a:ext cx="3093142" cy="430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Other anomalities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6710728" y="1197747"/>
            <a:ext cx="1097144" cy="1250025"/>
          </a:xfrm>
          <a:custGeom>
            <a:avLst/>
            <a:gdLst/>
            <a:ahLst/>
            <a:cxnLst/>
            <a:rect r="r" b="b" t="t" l="l"/>
            <a:pathLst>
              <a:path h="1250025" w="1097144">
                <a:moveTo>
                  <a:pt x="0" y="0"/>
                </a:moveTo>
                <a:lnTo>
                  <a:pt x="1097144" y="0"/>
                </a:lnTo>
                <a:lnTo>
                  <a:pt x="1097144" y="1250025"/>
                </a:lnTo>
                <a:lnTo>
                  <a:pt x="0" y="1250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871695" y="1197747"/>
            <a:ext cx="1097144" cy="1250025"/>
          </a:xfrm>
          <a:custGeom>
            <a:avLst/>
            <a:gdLst/>
            <a:ahLst/>
            <a:cxnLst/>
            <a:rect r="r" b="b" t="t" l="l"/>
            <a:pathLst>
              <a:path h="1250025" w="1097144">
                <a:moveTo>
                  <a:pt x="0" y="0"/>
                </a:moveTo>
                <a:lnTo>
                  <a:pt x="1097144" y="0"/>
                </a:lnTo>
                <a:lnTo>
                  <a:pt x="1097144" y="1250025"/>
                </a:lnTo>
                <a:lnTo>
                  <a:pt x="0" y="1250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892" y="630980"/>
            <a:ext cx="7544342" cy="8134061"/>
          </a:xfrm>
          <a:custGeom>
            <a:avLst/>
            <a:gdLst/>
            <a:ahLst/>
            <a:cxnLst/>
            <a:rect r="r" b="b" t="t" l="l"/>
            <a:pathLst>
              <a:path h="8134061" w="7544342">
                <a:moveTo>
                  <a:pt x="0" y="0"/>
                </a:moveTo>
                <a:lnTo>
                  <a:pt x="7544342" y="0"/>
                </a:lnTo>
                <a:lnTo>
                  <a:pt x="7544342" y="8134061"/>
                </a:lnTo>
                <a:lnTo>
                  <a:pt x="0" y="81340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01477" y="2136362"/>
            <a:ext cx="7544342" cy="8134061"/>
          </a:xfrm>
          <a:custGeom>
            <a:avLst/>
            <a:gdLst/>
            <a:ahLst/>
            <a:cxnLst/>
            <a:rect r="r" b="b" t="t" l="l"/>
            <a:pathLst>
              <a:path h="8134061" w="7544342">
                <a:moveTo>
                  <a:pt x="0" y="0"/>
                </a:moveTo>
                <a:lnTo>
                  <a:pt x="7544342" y="0"/>
                </a:lnTo>
                <a:lnTo>
                  <a:pt x="7544342" y="8134061"/>
                </a:lnTo>
                <a:lnTo>
                  <a:pt x="0" y="8134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22436" y="3643559"/>
            <a:ext cx="687250" cy="783014"/>
          </a:xfrm>
          <a:custGeom>
            <a:avLst/>
            <a:gdLst/>
            <a:ahLst/>
            <a:cxnLst/>
            <a:rect r="r" b="b" t="t" l="l"/>
            <a:pathLst>
              <a:path h="783014" w="687250">
                <a:moveTo>
                  <a:pt x="0" y="0"/>
                </a:moveTo>
                <a:lnTo>
                  <a:pt x="687249" y="0"/>
                </a:lnTo>
                <a:lnTo>
                  <a:pt x="687249" y="783014"/>
                </a:lnTo>
                <a:lnTo>
                  <a:pt x="0" y="783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50712" y="765314"/>
            <a:ext cx="3292837" cy="7138942"/>
          </a:xfrm>
          <a:custGeom>
            <a:avLst/>
            <a:gdLst/>
            <a:ahLst/>
            <a:cxnLst/>
            <a:rect r="r" b="b" t="t" l="l"/>
            <a:pathLst>
              <a:path h="7138942" w="3292837">
                <a:moveTo>
                  <a:pt x="0" y="0"/>
                </a:moveTo>
                <a:lnTo>
                  <a:pt x="3292837" y="0"/>
                </a:lnTo>
                <a:lnTo>
                  <a:pt x="3292837" y="7138941"/>
                </a:lnTo>
                <a:lnTo>
                  <a:pt x="0" y="71389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45819" y="355186"/>
            <a:ext cx="4218374" cy="7959196"/>
          </a:xfrm>
          <a:custGeom>
            <a:avLst/>
            <a:gdLst/>
            <a:ahLst/>
            <a:cxnLst/>
            <a:rect r="r" b="b" t="t" l="l"/>
            <a:pathLst>
              <a:path h="7959196" w="4218374">
                <a:moveTo>
                  <a:pt x="0" y="0"/>
                </a:moveTo>
                <a:lnTo>
                  <a:pt x="4218374" y="0"/>
                </a:lnTo>
                <a:lnTo>
                  <a:pt x="4218374" y="7959197"/>
                </a:lnTo>
                <a:lnTo>
                  <a:pt x="0" y="79591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95940" y="1928452"/>
            <a:ext cx="557182" cy="634822"/>
          </a:xfrm>
          <a:custGeom>
            <a:avLst/>
            <a:gdLst/>
            <a:ahLst/>
            <a:cxnLst/>
            <a:rect r="r" b="b" t="t" l="l"/>
            <a:pathLst>
              <a:path h="634822" w="557182">
                <a:moveTo>
                  <a:pt x="0" y="0"/>
                </a:moveTo>
                <a:lnTo>
                  <a:pt x="557183" y="0"/>
                </a:lnTo>
                <a:lnTo>
                  <a:pt x="557183" y="634822"/>
                </a:lnTo>
                <a:lnTo>
                  <a:pt x="0" y="634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5075" y="2136362"/>
            <a:ext cx="687250" cy="783014"/>
          </a:xfrm>
          <a:custGeom>
            <a:avLst/>
            <a:gdLst/>
            <a:ahLst/>
            <a:cxnLst/>
            <a:rect r="r" b="b" t="t" l="l"/>
            <a:pathLst>
              <a:path h="783014" w="687250">
                <a:moveTo>
                  <a:pt x="0" y="0"/>
                </a:moveTo>
                <a:lnTo>
                  <a:pt x="687250" y="0"/>
                </a:lnTo>
                <a:lnTo>
                  <a:pt x="687250" y="783015"/>
                </a:lnTo>
                <a:lnTo>
                  <a:pt x="0" y="7830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10728" y="8451759"/>
            <a:ext cx="1097144" cy="1250025"/>
          </a:xfrm>
          <a:custGeom>
            <a:avLst/>
            <a:gdLst/>
            <a:ahLst/>
            <a:cxnLst/>
            <a:rect r="r" b="b" t="t" l="l"/>
            <a:pathLst>
              <a:path h="1250025" w="1097144">
                <a:moveTo>
                  <a:pt x="0" y="0"/>
                </a:moveTo>
                <a:lnTo>
                  <a:pt x="1097144" y="0"/>
                </a:lnTo>
                <a:lnTo>
                  <a:pt x="1097144" y="1250025"/>
                </a:lnTo>
                <a:lnTo>
                  <a:pt x="0" y="1250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787104"/>
            <a:ext cx="16230600" cy="3216412"/>
            <a:chOff x="0" y="0"/>
            <a:chExt cx="4274726" cy="847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847121"/>
            </a:xfrm>
            <a:custGeom>
              <a:avLst/>
              <a:gdLst/>
              <a:ahLst/>
              <a:cxnLst/>
              <a:rect r="r" b="b" t="t" l="l"/>
              <a:pathLst>
                <a:path h="847121" w="4274726">
                  <a:moveTo>
                    <a:pt x="12402" y="0"/>
                  </a:moveTo>
                  <a:lnTo>
                    <a:pt x="4262324" y="0"/>
                  </a:lnTo>
                  <a:cubicBezTo>
                    <a:pt x="4269174" y="0"/>
                    <a:pt x="4274726" y="5553"/>
                    <a:pt x="4274726" y="12402"/>
                  </a:cubicBezTo>
                  <a:lnTo>
                    <a:pt x="4274726" y="834719"/>
                  </a:lnTo>
                  <a:cubicBezTo>
                    <a:pt x="4274726" y="841568"/>
                    <a:pt x="4269174" y="847121"/>
                    <a:pt x="4262324" y="847121"/>
                  </a:cubicBezTo>
                  <a:lnTo>
                    <a:pt x="12402" y="847121"/>
                  </a:lnTo>
                  <a:cubicBezTo>
                    <a:pt x="9113" y="847121"/>
                    <a:pt x="5958" y="845814"/>
                    <a:pt x="3632" y="843489"/>
                  </a:cubicBezTo>
                  <a:cubicBezTo>
                    <a:pt x="1307" y="841163"/>
                    <a:pt x="0" y="838008"/>
                    <a:pt x="0" y="834719"/>
                  </a:cubicBezTo>
                  <a:lnTo>
                    <a:pt x="0" y="12402"/>
                  </a:lnTo>
                  <a:cubicBezTo>
                    <a:pt x="0" y="9113"/>
                    <a:pt x="1307" y="5958"/>
                    <a:pt x="3632" y="3632"/>
                  </a:cubicBezTo>
                  <a:cubicBezTo>
                    <a:pt x="5958" y="1307"/>
                    <a:pt x="9113" y="0"/>
                    <a:pt x="124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885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24166" y="4819695"/>
            <a:ext cx="2446127" cy="314665"/>
            <a:chOff x="0" y="0"/>
            <a:chExt cx="628167" cy="808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8167" cy="80806"/>
            </a:xfrm>
            <a:custGeom>
              <a:avLst/>
              <a:gdLst/>
              <a:ahLst/>
              <a:cxnLst/>
              <a:rect r="r" b="b" t="t" l="l"/>
              <a:pathLst>
                <a:path h="80806" w="628167">
                  <a:moveTo>
                    <a:pt x="40403" y="0"/>
                  </a:moveTo>
                  <a:lnTo>
                    <a:pt x="587764" y="0"/>
                  </a:lnTo>
                  <a:cubicBezTo>
                    <a:pt x="598480" y="0"/>
                    <a:pt x="608756" y="4257"/>
                    <a:pt x="616333" y="11834"/>
                  </a:cubicBezTo>
                  <a:cubicBezTo>
                    <a:pt x="623911" y="19411"/>
                    <a:pt x="628167" y="29688"/>
                    <a:pt x="628167" y="40403"/>
                  </a:cubicBezTo>
                  <a:lnTo>
                    <a:pt x="628167" y="40403"/>
                  </a:lnTo>
                  <a:cubicBezTo>
                    <a:pt x="628167" y="62717"/>
                    <a:pt x="610078" y="80806"/>
                    <a:pt x="587764" y="80806"/>
                  </a:cubicBezTo>
                  <a:lnTo>
                    <a:pt x="40403" y="80806"/>
                  </a:lnTo>
                  <a:cubicBezTo>
                    <a:pt x="18089" y="80806"/>
                    <a:pt x="0" y="62717"/>
                    <a:pt x="0" y="40403"/>
                  </a:cubicBezTo>
                  <a:lnTo>
                    <a:pt x="0" y="40403"/>
                  </a:lnTo>
                  <a:cubicBezTo>
                    <a:pt x="0" y="18089"/>
                    <a:pt x="18089" y="0"/>
                    <a:pt x="40403" y="0"/>
                  </a:cubicBezTo>
                  <a:close/>
                </a:path>
              </a:pathLst>
            </a:custGeom>
            <a:solidFill>
              <a:srgbClr val="9FC5B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8167" cy="128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24357" y="4828835"/>
            <a:ext cx="2446127" cy="314665"/>
            <a:chOff x="0" y="0"/>
            <a:chExt cx="628167" cy="808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8167" cy="80806"/>
            </a:xfrm>
            <a:custGeom>
              <a:avLst/>
              <a:gdLst/>
              <a:ahLst/>
              <a:cxnLst/>
              <a:rect r="r" b="b" t="t" l="l"/>
              <a:pathLst>
                <a:path h="80806" w="628167">
                  <a:moveTo>
                    <a:pt x="40403" y="0"/>
                  </a:moveTo>
                  <a:lnTo>
                    <a:pt x="587764" y="0"/>
                  </a:lnTo>
                  <a:cubicBezTo>
                    <a:pt x="598480" y="0"/>
                    <a:pt x="608756" y="4257"/>
                    <a:pt x="616333" y="11834"/>
                  </a:cubicBezTo>
                  <a:cubicBezTo>
                    <a:pt x="623911" y="19411"/>
                    <a:pt x="628167" y="29688"/>
                    <a:pt x="628167" y="40403"/>
                  </a:cubicBezTo>
                  <a:lnTo>
                    <a:pt x="628167" y="40403"/>
                  </a:lnTo>
                  <a:cubicBezTo>
                    <a:pt x="628167" y="62717"/>
                    <a:pt x="610078" y="80806"/>
                    <a:pt x="587764" y="80806"/>
                  </a:cubicBezTo>
                  <a:lnTo>
                    <a:pt x="40403" y="80806"/>
                  </a:lnTo>
                  <a:cubicBezTo>
                    <a:pt x="18089" y="80806"/>
                    <a:pt x="0" y="62717"/>
                    <a:pt x="0" y="40403"/>
                  </a:cubicBezTo>
                  <a:lnTo>
                    <a:pt x="0" y="40403"/>
                  </a:lnTo>
                  <a:cubicBezTo>
                    <a:pt x="0" y="18089"/>
                    <a:pt x="18089" y="0"/>
                    <a:pt x="40403" y="0"/>
                  </a:cubicBezTo>
                  <a:close/>
                </a:path>
              </a:pathLst>
            </a:custGeom>
            <a:solidFill>
              <a:srgbClr val="9FC5B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28167" cy="128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19971" y="4819695"/>
            <a:ext cx="2446127" cy="314665"/>
            <a:chOff x="0" y="0"/>
            <a:chExt cx="628167" cy="808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8167" cy="80806"/>
            </a:xfrm>
            <a:custGeom>
              <a:avLst/>
              <a:gdLst/>
              <a:ahLst/>
              <a:cxnLst/>
              <a:rect r="r" b="b" t="t" l="l"/>
              <a:pathLst>
                <a:path h="80806" w="628167">
                  <a:moveTo>
                    <a:pt x="40403" y="0"/>
                  </a:moveTo>
                  <a:lnTo>
                    <a:pt x="587764" y="0"/>
                  </a:lnTo>
                  <a:cubicBezTo>
                    <a:pt x="598480" y="0"/>
                    <a:pt x="608756" y="4257"/>
                    <a:pt x="616333" y="11834"/>
                  </a:cubicBezTo>
                  <a:cubicBezTo>
                    <a:pt x="623911" y="19411"/>
                    <a:pt x="628167" y="29688"/>
                    <a:pt x="628167" y="40403"/>
                  </a:cubicBezTo>
                  <a:lnTo>
                    <a:pt x="628167" y="40403"/>
                  </a:lnTo>
                  <a:cubicBezTo>
                    <a:pt x="628167" y="62717"/>
                    <a:pt x="610078" y="80806"/>
                    <a:pt x="587764" y="80806"/>
                  </a:cubicBezTo>
                  <a:lnTo>
                    <a:pt x="40403" y="80806"/>
                  </a:lnTo>
                  <a:cubicBezTo>
                    <a:pt x="18089" y="80806"/>
                    <a:pt x="0" y="62717"/>
                    <a:pt x="0" y="40403"/>
                  </a:cubicBezTo>
                  <a:lnTo>
                    <a:pt x="0" y="40403"/>
                  </a:lnTo>
                  <a:cubicBezTo>
                    <a:pt x="0" y="18089"/>
                    <a:pt x="18089" y="0"/>
                    <a:pt x="40403" y="0"/>
                  </a:cubicBezTo>
                  <a:close/>
                </a:path>
              </a:pathLst>
            </a:custGeom>
            <a:solidFill>
              <a:srgbClr val="9FC5B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28167" cy="128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59401" y="3215486"/>
            <a:ext cx="4170744" cy="1722775"/>
            <a:chOff x="0" y="0"/>
            <a:chExt cx="1071050" cy="4424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1050" cy="442410"/>
            </a:xfrm>
            <a:custGeom>
              <a:avLst/>
              <a:gdLst/>
              <a:ahLst/>
              <a:cxnLst/>
              <a:rect r="r" b="b" t="t" l="l"/>
              <a:pathLst>
                <a:path h="442410" w="1071050">
                  <a:moveTo>
                    <a:pt x="48262" y="0"/>
                  </a:moveTo>
                  <a:lnTo>
                    <a:pt x="1022788" y="0"/>
                  </a:lnTo>
                  <a:cubicBezTo>
                    <a:pt x="1049442" y="0"/>
                    <a:pt x="1071050" y="21608"/>
                    <a:pt x="1071050" y="48262"/>
                  </a:cubicBezTo>
                  <a:lnTo>
                    <a:pt x="1071050" y="394147"/>
                  </a:lnTo>
                  <a:cubicBezTo>
                    <a:pt x="1071050" y="406947"/>
                    <a:pt x="1065965" y="419223"/>
                    <a:pt x="1056915" y="428274"/>
                  </a:cubicBezTo>
                  <a:cubicBezTo>
                    <a:pt x="1047864" y="437325"/>
                    <a:pt x="1035588" y="442410"/>
                    <a:pt x="1022788" y="442410"/>
                  </a:cubicBezTo>
                  <a:lnTo>
                    <a:pt x="48262" y="442410"/>
                  </a:lnTo>
                  <a:cubicBezTo>
                    <a:pt x="21608" y="442410"/>
                    <a:pt x="0" y="420802"/>
                    <a:pt x="0" y="394147"/>
                  </a:cubicBezTo>
                  <a:lnTo>
                    <a:pt x="0" y="48262"/>
                  </a:lnTo>
                  <a:cubicBezTo>
                    <a:pt x="0" y="35462"/>
                    <a:pt x="5085" y="23187"/>
                    <a:pt x="14136" y="14136"/>
                  </a:cubicBezTo>
                  <a:cubicBezTo>
                    <a:pt x="23187" y="5085"/>
                    <a:pt x="35462" y="0"/>
                    <a:pt x="482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71050" cy="490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921710" y="3580720"/>
            <a:ext cx="2446127" cy="42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2"/>
              </a:lnSpc>
              <a:spcBef>
                <a:spcPct val="0"/>
              </a:spcBef>
            </a:pPr>
            <a:r>
              <a:rPr lang="en-US" b="true" sz="276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PREMIUM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285044" y="2856100"/>
            <a:ext cx="3717346" cy="1188396"/>
            <a:chOff x="0" y="0"/>
            <a:chExt cx="954617" cy="3051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4617" cy="305181"/>
            </a:xfrm>
            <a:custGeom>
              <a:avLst/>
              <a:gdLst/>
              <a:ahLst/>
              <a:cxnLst/>
              <a:rect r="r" b="b" t="t" l="l"/>
              <a:pathLst>
                <a:path h="305181" w="954617">
                  <a:moveTo>
                    <a:pt x="56231" y="0"/>
                  </a:moveTo>
                  <a:lnTo>
                    <a:pt x="898386" y="0"/>
                  </a:lnTo>
                  <a:cubicBezTo>
                    <a:pt x="913299" y="0"/>
                    <a:pt x="927602" y="5924"/>
                    <a:pt x="938147" y="16470"/>
                  </a:cubicBezTo>
                  <a:cubicBezTo>
                    <a:pt x="948693" y="27015"/>
                    <a:pt x="954617" y="41318"/>
                    <a:pt x="954617" y="56231"/>
                  </a:cubicBezTo>
                  <a:lnTo>
                    <a:pt x="954617" y="248950"/>
                  </a:lnTo>
                  <a:cubicBezTo>
                    <a:pt x="954617" y="263863"/>
                    <a:pt x="948693" y="278166"/>
                    <a:pt x="938147" y="288711"/>
                  </a:cubicBezTo>
                  <a:cubicBezTo>
                    <a:pt x="927602" y="299257"/>
                    <a:pt x="913299" y="305181"/>
                    <a:pt x="898386" y="305181"/>
                  </a:cubicBezTo>
                  <a:lnTo>
                    <a:pt x="56231" y="305181"/>
                  </a:lnTo>
                  <a:cubicBezTo>
                    <a:pt x="41318" y="305181"/>
                    <a:pt x="27015" y="299257"/>
                    <a:pt x="16470" y="288711"/>
                  </a:cubicBezTo>
                  <a:cubicBezTo>
                    <a:pt x="5924" y="278166"/>
                    <a:pt x="0" y="263863"/>
                    <a:pt x="0" y="248950"/>
                  </a:cubicBezTo>
                  <a:lnTo>
                    <a:pt x="0" y="56231"/>
                  </a:lnTo>
                  <a:cubicBezTo>
                    <a:pt x="0" y="41318"/>
                    <a:pt x="5924" y="27015"/>
                    <a:pt x="16470" y="16470"/>
                  </a:cubicBezTo>
                  <a:cubicBezTo>
                    <a:pt x="27015" y="5924"/>
                    <a:pt x="41318" y="0"/>
                    <a:pt x="56231" y="0"/>
                  </a:cubicBezTo>
                  <a:close/>
                </a:path>
              </a:pathLst>
            </a:custGeom>
            <a:solidFill>
              <a:srgbClr val="9FC5B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54617" cy="352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62049" y="3211334"/>
            <a:ext cx="4170744" cy="1722775"/>
            <a:chOff x="0" y="0"/>
            <a:chExt cx="1071050" cy="4424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1050" cy="442410"/>
            </a:xfrm>
            <a:custGeom>
              <a:avLst/>
              <a:gdLst/>
              <a:ahLst/>
              <a:cxnLst/>
              <a:rect r="r" b="b" t="t" l="l"/>
              <a:pathLst>
                <a:path h="442410" w="1071050">
                  <a:moveTo>
                    <a:pt x="48262" y="0"/>
                  </a:moveTo>
                  <a:lnTo>
                    <a:pt x="1022788" y="0"/>
                  </a:lnTo>
                  <a:cubicBezTo>
                    <a:pt x="1049442" y="0"/>
                    <a:pt x="1071050" y="21608"/>
                    <a:pt x="1071050" y="48262"/>
                  </a:cubicBezTo>
                  <a:lnTo>
                    <a:pt x="1071050" y="394147"/>
                  </a:lnTo>
                  <a:cubicBezTo>
                    <a:pt x="1071050" y="406947"/>
                    <a:pt x="1065965" y="419223"/>
                    <a:pt x="1056915" y="428274"/>
                  </a:cubicBezTo>
                  <a:cubicBezTo>
                    <a:pt x="1047864" y="437325"/>
                    <a:pt x="1035588" y="442410"/>
                    <a:pt x="1022788" y="442410"/>
                  </a:cubicBezTo>
                  <a:lnTo>
                    <a:pt x="48262" y="442410"/>
                  </a:lnTo>
                  <a:cubicBezTo>
                    <a:pt x="21608" y="442410"/>
                    <a:pt x="0" y="420802"/>
                    <a:pt x="0" y="394147"/>
                  </a:cubicBezTo>
                  <a:lnTo>
                    <a:pt x="0" y="48262"/>
                  </a:lnTo>
                  <a:cubicBezTo>
                    <a:pt x="0" y="35462"/>
                    <a:pt x="5085" y="23187"/>
                    <a:pt x="14136" y="14136"/>
                  </a:cubicBezTo>
                  <a:cubicBezTo>
                    <a:pt x="23187" y="5085"/>
                    <a:pt x="35462" y="0"/>
                    <a:pt x="482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71050" cy="490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024357" y="3567350"/>
            <a:ext cx="2446127" cy="42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2"/>
              </a:lnSpc>
              <a:spcBef>
                <a:spcPct val="0"/>
              </a:spcBef>
            </a:pPr>
            <a:r>
              <a:rPr lang="en-US" b="true" sz="276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PREMIUM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387692" y="2842729"/>
            <a:ext cx="3717346" cy="1188396"/>
            <a:chOff x="0" y="0"/>
            <a:chExt cx="954617" cy="3051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4617" cy="305181"/>
            </a:xfrm>
            <a:custGeom>
              <a:avLst/>
              <a:gdLst/>
              <a:ahLst/>
              <a:cxnLst/>
              <a:rect r="r" b="b" t="t" l="l"/>
              <a:pathLst>
                <a:path h="305181" w="954617">
                  <a:moveTo>
                    <a:pt x="56231" y="0"/>
                  </a:moveTo>
                  <a:lnTo>
                    <a:pt x="898386" y="0"/>
                  </a:lnTo>
                  <a:cubicBezTo>
                    <a:pt x="913299" y="0"/>
                    <a:pt x="927602" y="5924"/>
                    <a:pt x="938147" y="16470"/>
                  </a:cubicBezTo>
                  <a:cubicBezTo>
                    <a:pt x="948693" y="27015"/>
                    <a:pt x="954617" y="41318"/>
                    <a:pt x="954617" y="56231"/>
                  </a:cubicBezTo>
                  <a:lnTo>
                    <a:pt x="954617" y="248950"/>
                  </a:lnTo>
                  <a:cubicBezTo>
                    <a:pt x="954617" y="263863"/>
                    <a:pt x="948693" y="278166"/>
                    <a:pt x="938147" y="288711"/>
                  </a:cubicBezTo>
                  <a:cubicBezTo>
                    <a:pt x="927602" y="299257"/>
                    <a:pt x="913299" y="305181"/>
                    <a:pt x="898386" y="305181"/>
                  </a:cubicBezTo>
                  <a:lnTo>
                    <a:pt x="56231" y="305181"/>
                  </a:lnTo>
                  <a:cubicBezTo>
                    <a:pt x="41318" y="305181"/>
                    <a:pt x="27015" y="299257"/>
                    <a:pt x="16470" y="288711"/>
                  </a:cubicBezTo>
                  <a:cubicBezTo>
                    <a:pt x="5924" y="278166"/>
                    <a:pt x="0" y="263863"/>
                    <a:pt x="0" y="248950"/>
                  </a:cubicBezTo>
                  <a:lnTo>
                    <a:pt x="0" y="56231"/>
                  </a:lnTo>
                  <a:cubicBezTo>
                    <a:pt x="0" y="41318"/>
                    <a:pt x="5924" y="27015"/>
                    <a:pt x="16470" y="16470"/>
                  </a:cubicBezTo>
                  <a:cubicBezTo>
                    <a:pt x="27015" y="5924"/>
                    <a:pt x="41318" y="0"/>
                    <a:pt x="56231" y="0"/>
                  </a:cubicBezTo>
                  <a:close/>
                </a:path>
              </a:pathLst>
            </a:custGeom>
            <a:solidFill>
              <a:srgbClr val="9FC5B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54617" cy="352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955207" y="3207181"/>
            <a:ext cx="4170744" cy="1722775"/>
            <a:chOff x="0" y="0"/>
            <a:chExt cx="1071050" cy="4424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1050" cy="442410"/>
            </a:xfrm>
            <a:custGeom>
              <a:avLst/>
              <a:gdLst/>
              <a:ahLst/>
              <a:cxnLst/>
              <a:rect r="r" b="b" t="t" l="l"/>
              <a:pathLst>
                <a:path h="442410" w="1071050">
                  <a:moveTo>
                    <a:pt x="48262" y="0"/>
                  </a:moveTo>
                  <a:lnTo>
                    <a:pt x="1022788" y="0"/>
                  </a:lnTo>
                  <a:cubicBezTo>
                    <a:pt x="1049442" y="0"/>
                    <a:pt x="1071050" y="21608"/>
                    <a:pt x="1071050" y="48262"/>
                  </a:cubicBezTo>
                  <a:lnTo>
                    <a:pt x="1071050" y="394147"/>
                  </a:lnTo>
                  <a:cubicBezTo>
                    <a:pt x="1071050" y="406947"/>
                    <a:pt x="1065965" y="419223"/>
                    <a:pt x="1056915" y="428274"/>
                  </a:cubicBezTo>
                  <a:cubicBezTo>
                    <a:pt x="1047864" y="437325"/>
                    <a:pt x="1035588" y="442410"/>
                    <a:pt x="1022788" y="442410"/>
                  </a:cubicBezTo>
                  <a:lnTo>
                    <a:pt x="48262" y="442410"/>
                  </a:lnTo>
                  <a:cubicBezTo>
                    <a:pt x="21608" y="442410"/>
                    <a:pt x="0" y="420802"/>
                    <a:pt x="0" y="394147"/>
                  </a:cubicBezTo>
                  <a:lnTo>
                    <a:pt x="0" y="48262"/>
                  </a:lnTo>
                  <a:cubicBezTo>
                    <a:pt x="0" y="35462"/>
                    <a:pt x="5085" y="23187"/>
                    <a:pt x="14136" y="14136"/>
                  </a:cubicBezTo>
                  <a:cubicBezTo>
                    <a:pt x="23187" y="5085"/>
                    <a:pt x="35462" y="0"/>
                    <a:pt x="482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71050" cy="490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817515" y="3553979"/>
            <a:ext cx="2446127" cy="42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2"/>
              </a:lnSpc>
              <a:spcBef>
                <a:spcPct val="0"/>
              </a:spcBef>
            </a:pPr>
            <a:r>
              <a:rPr lang="en-US" b="true" sz="276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PREMIUM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180850" y="2829358"/>
            <a:ext cx="3717346" cy="1188396"/>
            <a:chOff x="0" y="0"/>
            <a:chExt cx="954617" cy="3051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4617" cy="305181"/>
            </a:xfrm>
            <a:custGeom>
              <a:avLst/>
              <a:gdLst/>
              <a:ahLst/>
              <a:cxnLst/>
              <a:rect r="r" b="b" t="t" l="l"/>
              <a:pathLst>
                <a:path h="305181" w="954617">
                  <a:moveTo>
                    <a:pt x="56231" y="0"/>
                  </a:moveTo>
                  <a:lnTo>
                    <a:pt x="898386" y="0"/>
                  </a:lnTo>
                  <a:cubicBezTo>
                    <a:pt x="913299" y="0"/>
                    <a:pt x="927602" y="5924"/>
                    <a:pt x="938147" y="16470"/>
                  </a:cubicBezTo>
                  <a:cubicBezTo>
                    <a:pt x="948693" y="27015"/>
                    <a:pt x="954617" y="41318"/>
                    <a:pt x="954617" y="56231"/>
                  </a:cubicBezTo>
                  <a:lnTo>
                    <a:pt x="954617" y="248950"/>
                  </a:lnTo>
                  <a:cubicBezTo>
                    <a:pt x="954617" y="263863"/>
                    <a:pt x="948693" y="278166"/>
                    <a:pt x="938147" y="288711"/>
                  </a:cubicBezTo>
                  <a:cubicBezTo>
                    <a:pt x="927602" y="299257"/>
                    <a:pt x="913299" y="305181"/>
                    <a:pt x="898386" y="305181"/>
                  </a:cubicBezTo>
                  <a:lnTo>
                    <a:pt x="56231" y="305181"/>
                  </a:lnTo>
                  <a:cubicBezTo>
                    <a:pt x="41318" y="305181"/>
                    <a:pt x="27015" y="299257"/>
                    <a:pt x="16470" y="288711"/>
                  </a:cubicBezTo>
                  <a:cubicBezTo>
                    <a:pt x="5924" y="278166"/>
                    <a:pt x="0" y="263863"/>
                    <a:pt x="0" y="248950"/>
                  </a:cubicBezTo>
                  <a:lnTo>
                    <a:pt x="0" y="56231"/>
                  </a:lnTo>
                  <a:cubicBezTo>
                    <a:pt x="0" y="41318"/>
                    <a:pt x="5924" y="27015"/>
                    <a:pt x="16470" y="16470"/>
                  </a:cubicBezTo>
                  <a:cubicBezTo>
                    <a:pt x="27015" y="5924"/>
                    <a:pt x="41318" y="0"/>
                    <a:pt x="56231" y="0"/>
                  </a:cubicBezTo>
                  <a:close/>
                </a:path>
              </a:pathLst>
            </a:custGeom>
            <a:solidFill>
              <a:srgbClr val="9FC5B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54617" cy="352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-5400000">
            <a:off x="15547436" y="3949774"/>
            <a:ext cx="1570714" cy="1638294"/>
          </a:xfrm>
          <a:custGeom>
            <a:avLst/>
            <a:gdLst/>
            <a:ahLst/>
            <a:cxnLst/>
            <a:rect r="r" b="b" t="t" l="l"/>
            <a:pathLst>
              <a:path h="1638294" w="1570714">
                <a:moveTo>
                  <a:pt x="0" y="0"/>
                </a:moveTo>
                <a:lnTo>
                  <a:pt x="1570714" y="0"/>
                </a:lnTo>
                <a:lnTo>
                  <a:pt x="1570714" y="1638294"/>
                </a:lnTo>
                <a:lnTo>
                  <a:pt x="0" y="1638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6710728" y="8451759"/>
            <a:ext cx="1097144" cy="1250025"/>
          </a:xfrm>
          <a:custGeom>
            <a:avLst/>
            <a:gdLst/>
            <a:ahLst/>
            <a:cxnLst/>
            <a:rect r="r" b="b" t="t" l="l"/>
            <a:pathLst>
              <a:path h="1250025" w="1097144">
                <a:moveTo>
                  <a:pt x="0" y="0"/>
                </a:moveTo>
                <a:lnTo>
                  <a:pt x="1097144" y="0"/>
                </a:lnTo>
                <a:lnTo>
                  <a:pt x="1097144" y="1250025"/>
                </a:lnTo>
                <a:lnTo>
                  <a:pt x="0" y="1250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7530696" y="4102969"/>
            <a:ext cx="3227421" cy="5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6"/>
              </a:lnSpc>
            </a:pPr>
            <a:r>
              <a:rPr lang="en-US" b="true" sz="2546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Anytime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39768" y="3095491"/>
            <a:ext cx="360789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3"/>
              </a:lnSpc>
              <a:spcBef>
                <a:spcPct val="0"/>
              </a:spcBef>
            </a:pPr>
            <a:r>
              <a:rPr lang="en-US" b="true" sz="4277">
                <a:solidFill>
                  <a:srgbClr val="0125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CONSTANT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42416" y="3082121"/>
            <a:ext cx="360789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3"/>
              </a:lnSpc>
              <a:spcBef>
                <a:spcPct val="0"/>
              </a:spcBef>
            </a:pPr>
            <a:r>
              <a:rPr lang="en-US" b="true" sz="4277">
                <a:solidFill>
                  <a:srgbClr val="0125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SCALABLE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426502" y="4076228"/>
            <a:ext cx="3227421" cy="5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6"/>
              </a:lnSpc>
            </a:pPr>
            <a:r>
              <a:rPr lang="en-US" b="true" sz="2546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Anyone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35574" y="3068750"/>
            <a:ext cx="360789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3"/>
              </a:lnSpc>
              <a:spcBef>
                <a:spcPct val="0"/>
              </a:spcBef>
            </a:pPr>
            <a:r>
              <a:rPr lang="en-US" b="true" sz="4277">
                <a:solidFill>
                  <a:srgbClr val="0125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ACCESIBLE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676687" y="944927"/>
            <a:ext cx="12941085" cy="73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6"/>
              </a:lnSpc>
            </a:pPr>
            <a:r>
              <a:rPr lang="en-US" b="true" sz="5672">
                <a:solidFill>
                  <a:srgbClr val="9FC5B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MAKES US DIFFERENT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640535" y="4076228"/>
            <a:ext cx="3227421" cy="5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6"/>
              </a:lnSpc>
            </a:pPr>
            <a:r>
              <a:rPr lang="en-US" b="true" sz="2546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Anywhere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787104"/>
            <a:ext cx="16230600" cy="3216412"/>
            <a:chOff x="0" y="0"/>
            <a:chExt cx="4274726" cy="8471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847121"/>
            </a:xfrm>
            <a:custGeom>
              <a:avLst/>
              <a:gdLst/>
              <a:ahLst/>
              <a:cxnLst/>
              <a:rect r="r" b="b" t="t" l="l"/>
              <a:pathLst>
                <a:path h="847121" w="4274726">
                  <a:moveTo>
                    <a:pt x="12402" y="0"/>
                  </a:moveTo>
                  <a:lnTo>
                    <a:pt x="4262324" y="0"/>
                  </a:lnTo>
                  <a:cubicBezTo>
                    <a:pt x="4269174" y="0"/>
                    <a:pt x="4274726" y="5553"/>
                    <a:pt x="4274726" y="12402"/>
                  </a:cubicBezTo>
                  <a:lnTo>
                    <a:pt x="4274726" y="834719"/>
                  </a:lnTo>
                  <a:cubicBezTo>
                    <a:pt x="4274726" y="841568"/>
                    <a:pt x="4269174" y="847121"/>
                    <a:pt x="4262324" y="847121"/>
                  </a:cubicBezTo>
                  <a:lnTo>
                    <a:pt x="12402" y="847121"/>
                  </a:lnTo>
                  <a:cubicBezTo>
                    <a:pt x="9113" y="847121"/>
                    <a:pt x="5958" y="845814"/>
                    <a:pt x="3632" y="843489"/>
                  </a:cubicBezTo>
                  <a:cubicBezTo>
                    <a:pt x="1307" y="841163"/>
                    <a:pt x="0" y="838008"/>
                    <a:pt x="0" y="834719"/>
                  </a:cubicBezTo>
                  <a:lnTo>
                    <a:pt x="0" y="12402"/>
                  </a:lnTo>
                  <a:cubicBezTo>
                    <a:pt x="0" y="9113"/>
                    <a:pt x="1307" y="5958"/>
                    <a:pt x="3632" y="3632"/>
                  </a:cubicBezTo>
                  <a:cubicBezTo>
                    <a:pt x="5958" y="1307"/>
                    <a:pt x="9113" y="0"/>
                    <a:pt x="124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885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24166" y="4819695"/>
            <a:ext cx="2446127" cy="314665"/>
            <a:chOff x="0" y="0"/>
            <a:chExt cx="628167" cy="808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8167" cy="80806"/>
            </a:xfrm>
            <a:custGeom>
              <a:avLst/>
              <a:gdLst/>
              <a:ahLst/>
              <a:cxnLst/>
              <a:rect r="r" b="b" t="t" l="l"/>
              <a:pathLst>
                <a:path h="80806" w="628167">
                  <a:moveTo>
                    <a:pt x="40403" y="0"/>
                  </a:moveTo>
                  <a:lnTo>
                    <a:pt x="587764" y="0"/>
                  </a:lnTo>
                  <a:cubicBezTo>
                    <a:pt x="598480" y="0"/>
                    <a:pt x="608756" y="4257"/>
                    <a:pt x="616333" y="11834"/>
                  </a:cubicBezTo>
                  <a:cubicBezTo>
                    <a:pt x="623911" y="19411"/>
                    <a:pt x="628167" y="29688"/>
                    <a:pt x="628167" y="40403"/>
                  </a:cubicBezTo>
                  <a:lnTo>
                    <a:pt x="628167" y="40403"/>
                  </a:lnTo>
                  <a:cubicBezTo>
                    <a:pt x="628167" y="62717"/>
                    <a:pt x="610078" y="80806"/>
                    <a:pt x="587764" y="80806"/>
                  </a:cubicBezTo>
                  <a:lnTo>
                    <a:pt x="40403" y="80806"/>
                  </a:lnTo>
                  <a:cubicBezTo>
                    <a:pt x="18089" y="80806"/>
                    <a:pt x="0" y="62717"/>
                    <a:pt x="0" y="40403"/>
                  </a:cubicBezTo>
                  <a:lnTo>
                    <a:pt x="0" y="40403"/>
                  </a:lnTo>
                  <a:cubicBezTo>
                    <a:pt x="0" y="18089"/>
                    <a:pt x="18089" y="0"/>
                    <a:pt x="40403" y="0"/>
                  </a:cubicBezTo>
                  <a:close/>
                </a:path>
              </a:pathLst>
            </a:custGeom>
            <a:solidFill>
              <a:srgbClr val="9FC5B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8167" cy="128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24357" y="4828835"/>
            <a:ext cx="2446127" cy="314665"/>
            <a:chOff x="0" y="0"/>
            <a:chExt cx="628167" cy="808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8167" cy="80806"/>
            </a:xfrm>
            <a:custGeom>
              <a:avLst/>
              <a:gdLst/>
              <a:ahLst/>
              <a:cxnLst/>
              <a:rect r="r" b="b" t="t" l="l"/>
              <a:pathLst>
                <a:path h="80806" w="628167">
                  <a:moveTo>
                    <a:pt x="40403" y="0"/>
                  </a:moveTo>
                  <a:lnTo>
                    <a:pt x="587764" y="0"/>
                  </a:lnTo>
                  <a:cubicBezTo>
                    <a:pt x="598480" y="0"/>
                    <a:pt x="608756" y="4257"/>
                    <a:pt x="616333" y="11834"/>
                  </a:cubicBezTo>
                  <a:cubicBezTo>
                    <a:pt x="623911" y="19411"/>
                    <a:pt x="628167" y="29688"/>
                    <a:pt x="628167" y="40403"/>
                  </a:cubicBezTo>
                  <a:lnTo>
                    <a:pt x="628167" y="40403"/>
                  </a:lnTo>
                  <a:cubicBezTo>
                    <a:pt x="628167" y="62717"/>
                    <a:pt x="610078" y="80806"/>
                    <a:pt x="587764" y="80806"/>
                  </a:cubicBezTo>
                  <a:lnTo>
                    <a:pt x="40403" y="80806"/>
                  </a:lnTo>
                  <a:cubicBezTo>
                    <a:pt x="18089" y="80806"/>
                    <a:pt x="0" y="62717"/>
                    <a:pt x="0" y="40403"/>
                  </a:cubicBezTo>
                  <a:lnTo>
                    <a:pt x="0" y="40403"/>
                  </a:lnTo>
                  <a:cubicBezTo>
                    <a:pt x="0" y="18089"/>
                    <a:pt x="18089" y="0"/>
                    <a:pt x="40403" y="0"/>
                  </a:cubicBezTo>
                  <a:close/>
                </a:path>
              </a:pathLst>
            </a:custGeom>
            <a:solidFill>
              <a:srgbClr val="9FC5B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28167" cy="128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19971" y="4819695"/>
            <a:ext cx="2446127" cy="314665"/>
            <a:chOff x="0" y="0"/>
            <a:chExt cx="628167" cy="808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8167" cy="80806"/>
            </a:xfrm>
            <a:custGeom>
              <a:avLst/>
              <a:gdLst/>
              <a:ahLst/>
              <a:cxnLst/>
              <a:rect r="r" b="b" t="t" l="l"/>
              <a:pathLst>
                <a:path h="80806" w="628167">
                  <a:moveTo>
                    <a:pt x="40403" y="0"/>
                  </a:moveTo>
                  <a:lnTo>
                    <a:pt x="587764" y="0"/>
                  </a:lnTo>
                  <a:cubicBezTo>
                    <a:pt x="598480" y="0"/>
                    <a:pt x="608756" y="4257"/>
                    <a:pt x="616333" y="11834"/>
                  </a:cubicBezTo>
                  <a:cubicBezTo>
                    <a:pt x="623911" y="19411"/>
                    <a:pt x="628167" y="29688"/>
                    <a:pt x="628167" y="40403"/>
                  </a:cubicBezTo>
                  <a:lnTo>
                    <a:pt x="628167" y="40403"/>
                  </a:lnTo>
                  <a:cubicBezTo>
                    <a:pt x="628167" y="62717"/>
                    <a:pt x="610078" y="80806"/>
                    <a:pt x="587764" y="80806"/>
                  </a:cubicBezTo>
                  <a:lnTo>
                    <a:pt x="40403" y="80806"/>
                  </a:lnTo>
                  <a:cubicBezTo>
                    <a:pt x="18089" y="80806"/>
                    <a:pt x="0" y="62717"/>
                    <a:pt x="0" y="40403"/>
                  </a:cubicBezTo>
                  <a:lnTo>
                    <a:pt x="0" y="40403"/>
                  </a:lnTo>
                  <a:cubicBezTo>
                    <a:pt x="0" y="18089"/>
                    <a:pt x="18089" y="0"/>
                    <a:pt x="40403" y="0"/>
                  </a:cubicBezTo>
                  <a:close/>
                </a:path>
              </a:pathLst>
            </a:custGeom>
            <a:solidFill>
              <a:srgbClr val="9FC5B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28167" cy="128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59401" y="3215486"/>
            <a:ext cx="4170744" cy="1722775"/>
            <a:chOff x="0" y="0"/>
            <a:chExt cx="1071050" cy="4424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1050" cy="442410"/>
            </a:xfrm>
            <a:custGeom>
              <a:avLst/>
              <a:gdLst/>
              <a:ahLst/>
              <a:cxnLst/>
              <a:rect r="r" b="b" t="t" l="l"/>
              <a:pathLst>
                <a:path h="442410" w="1071050">
                  <a:moveTo>
                    <a:pt x="48262" y="0"/>
                  </a:moveTo>
                  <a:lnTo>
                    <a:pt x="1022788" y="0"/>
                  </a:lnTo>
                  <a:cubicBezTo>
                    <a:pt x="1049442" y="0"/>
                    <a:pt x="1071050" y="21608"/>
                    <a:pt x="1071050" y="48262"/>
                  </a:cubicBezTo>
                  <a:lnTo>
                    <a:pt x="1071050" y="394147"/>
                  </a:lnTo>
                  <a:cubicBezTo>
                    <a:pt x="1071050" y="406947"/>
                    <a:pt x="1065965" y="419223"/>
                    <a:pt x="1056915" y="428274"/>
                  </a:cubicBezTo>
                  <a:cubicBezTo>
                    <a:pt x="1047864" y="437325"/>
                    <a:pt x="1035588" y="442410"/>
                    <a:pt x="1022788" y="442410"/>
                  </a:cubicBezTo>
                  <a:lnTo>
                    <a:pt x="48262" y="442410"/>
                  </a:lnTo>
                  <a:cubicBezTo>
                    <a:pt x="21608" y="442410"/>
                    <a:pt x="0" y="420802"/>
                    <a:pt x="0" y="394147"/>
                  </a:cubicBezTo>
                  <a:lnTo>
                    <a:pt x="0" y="48262"/>
                  </a:lnTo>
                  <a:cubicBezTo>
                    <a:pt x="0" y="35462"/>
                    <a:pt x="5085" y="23187"/>
                    <a:pt x="14136" y="14136"/>
                  </a:cubicBezTo>
                  <a:cubicBezTo>
                    <a:pt x="23187" y="5085"/>
                    <a:pt x="35462" y="0"/>
                    <a:pt x="482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71050" cy="490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921710" y="3580720"/>
            <a:ext cx="2446127" cy="42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2"/>
              </a:lnSpc>
              <a:spcBef>
                <a:spcPct val="0"/>
              </a:spcBef>
            </a:pPr>
            <a:r>
              <a:rPr lang="en-US" b="true" sz="276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PREMIUM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285044" y="2856100"/>
            <a:ext cx="3717346" cy="1188396"/>
            <a:chOff x="0" y="0"/>
            <a:chExt cx="954617" cy="3051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4617" cy="305181"/>
            </a:xfrm>
            <a:custGeom>
              <a:avLst/>
              <a:gdLst/>
              <a:ahLst/>
              <a:cxnLst/>
              <a:rect r="r" b="b" t="t" l="l"/>
              <a:pathLst>
                <a:path h="305181" w="954617">
                  <a:moveTo>
                    <a:pt x="56231" y="0"/>
                  </a:moveTo>
                  <a:lnTo>
                    <a:pt x="898386" y="0"/>
                  </a:lnTo>
                  <a:cubicBezTo>
                    <a:pt x="913299" y="0"/>
                    <a:pt x="927602" y="5924"/>
                    <a:pt x="938147" y="16470"/>
                  </a:cubicBezTo>
                  <a:cubicBezTo>
                    <a:pt x="948693" y="27015"/>
                    <a:pt x="954617" y="41318"/>
                    <a:pt x="954617" y="56231"/>
                  </a:cubicBezTo>
                  <a:lnTo>
                    <a:pt x="954617" y="248950"/>
                  </a:lnTo>
                  <a:cubicBezTo>
                    <a:pt x="954617" y="263863"/>
                    <a:pt x="948693" y="278166"/>
                    <a:pt x="938147" y="288711"/>
                  </a:cubicBezTo>
                  <a:cubicBezTo>
                    <a:pt x="927602" y="299257"/>
                    <a:pt x="913299" y="305181"/>
                    <a:pt x="898386" y="305181"/>
                  </a:cubicBezTo>
                  <a:lnTo>
                    <a:pt x="56231" y="305181"/>
                  </a:lnTo>
                  <a:cubicBezTo>
                    <a:pt x="41318" y="305181"/>
                    <a:pt x="27015" y="299257"/>
                    <a:pt x="16470" y="288711"/>
                  </a:cubicBezTo>
                  <a:cubicBezTo>
                    <a:pt x="5924" y="278166"/>
                    <a:pt x="0" y="263863"/>
                    <a:pt x="0" y="248950"/>
                  </a:cubicBezTo>
                  <a:lnTo>
                    <a:pt x="0" y="56231"/>
                  </a:lnTo>
                  <a:cubicBezTo>
                    <a:pt x="0" y="41318"/>
                    <a:pt x="5924" y="27015"/>
                    <a:pt x="16470" y="16470"/>
                  </a:cubicBezTo>
                  <a:cubicBezTo>
                    <a:pt x="27015" y="5924"/>
                    <a:pt x="41318" y="0"/>
                    <a:pt x="56231" y="0"/>
                  </a:cubicBezTo>
                  <a:close/>
                </a:path>
              </a:pathLst>
            </a:custGeom>
            <a:solidFill>
              <a:srgbClr val="9FC5B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54617" cy="352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62049" y="3211334"/>
            <a:ext cx="4170744" cy="1722775"/>
            <a:chOff x="0" y="0"/>
            <a:chExt cx="1071050" cy="4424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1050" cy="442410"/>
            </a:xfrm>
            <a:custGeom>
              <a:avLst/>
              <a:gdLst/>
              <a:ahLst/>
              <a:cxnLst/>
              <a:rect r="r" b="b" t="t" l="l"/>
              <a:pathLst>
                <a:path h="442410" w="1071050">
                  <a:moveTo>
                    <a:pt x="48262" y="0"/>
                  </a:moveTo>
                  <a:lnTo>
                    <a:pt x="1022788" y="0"/>
                  </a:lnTo>
                  <a:cubicBezTo>
                    <a:pt x="1049442" y="0"/>
                    <a:pt x="1071050" y="21608"/>
                    <a:pt x="1071050" y="48262"/>
                  </a:cubicBezTo>
                  <a:lnTo>
                    <a:pt x="1071050" y="394147"/>
                  </a:lnTo>
                  <a:cubicBezTo>
                    <a:pt x="1071050" y="406947"/>
                    <a:pt x="1065965" y="419223"/>
                    <a:pt x="1056915" y="428274"/>
                  </a:cubicBezTo>
                  <a:cubicBezTo>
                    <a:pt x="1047864" y="437325"/>
                    <a:pt x="1035588" y="442410"/>
                    <a:pt x="1022788" y="442410"/>
                  </a:cubicBezTo>
                  <a:lnTo>
                    <a:pt x="48262" y="442410"/>
                  </a:lnTo>
                  <a:cubicBezTo>
                    <a:pt x="21608" y="442410"/>
                    <a:pt x="0" y="420802"/>
                    <a:pt x="0" y="394147"/>
                  </a:cubicBezTo>
                  <a:lnTo>
                    <a:pt x="0" y="48262"/>
                  </a:lnTo>
                  <a:cubicBezTo>
                    <a:pt x="0" y="35462"/>
                    <a:pt x="5085" y="23187"/>
                    <a:pt x="14136" y="14136"/>
                  </a:cubicBezTo>
                  <a:cubicBezTo>
                    <a:pt x="23187" y="5085"/>
                    <a:pt x="35462" y="0"/>
                    <a:pt x="482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71050" cy="490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024357" y="3567350"/>
            <a:ext cx="2446127" cy="42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2"/>
              </a:lnSpc>
              <a:spcBef>
                <a:spcPct val="0"/>
              </a:spcBef>
            </a:pPr>
            <a:r>
              <a:rPr lang="en-US" b="true" sz="276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PREMIUM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387692" y="2842729"/>
            <a:ext cx="3717346" cy="1188396"/>
            <a:chOff x="0" y="0"/>
            <a:chExt cx="954617" cy="3051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4617" cy="305181"/>
            </a:xfrm>
            <a:custGeom>
              <a:avLst/>
              <a:gdLst/>
              <a:ahLst/>
              <a:cxnLst/>
              <a:rect r="r" b="b" t="t" l="l"/>
              <a:pathLst>
                <a:path h="305181" w="954617">
                  <a:moveTo>
                    <a:pt x="56231" y="0"/>
                  </a:moveTo>
                  <a:lnTo>
                    <a:pt x="898386" y="0"/>
                  </a:lnTo>
                  <a:cubicBezTo>
                    <a:pt x="913299" y="0"/>
                    <a:pt x="927602" y="5924"/>
                    <a:pt x="938147" y="16470"/>
                  </a:cubicBezTo>
                  <a:cubicBezTo>
                    <a:pt x="948693" y="27015"/>
                    <a:pt x="954617" y="41318"/>
                    <a:pt x="954617" y="56231"/>
                  </a:cubicBezTo>
                  <a:lnTo>
                    <a:pt x="954617" y="248950"/>
                  </a:lnTo>
                  <a:cubicBezTo>
                    <a:pt x="954617" y="263863"/>
                    <a:pt x="948693" y="278166"/>
                    <a:pt x="938147" y="288711"/>
                  </a:cubicBezTo>
                  <a:cubicBezTo>
                    <a:pt x="927602" y="299257"/>
                    <a:pt x="913299" y="305181"/>
                    <a:pt x="898386" y="305181"/>
                  </a:cubicBezTo>
                  <a:lnTo>
                    <a:pt x="56231" y="305181"/>
                  </a:lnTo>
                  <a:cubicBezTo>
                    <a:pt x="41318" y="305181"/>
                    <a:pt x="27015" y="299257"/>
                    <a:pt x="16470" y="288711"/>
                  </a:cubicBezTo>
                  <a:cubicBezTo>
                    <a:pt x="5924" y="278166"/>
                    <a:pt x="0" y="263863"/>
                    <a:pt x="0" y="248950"/>
                  </a:cubicBezTo>
                  <a:lnTo>
                    <a:pt x="0" y="56231"/>
                  </a:lnTo>
                  <a:cubicBezTo>
                    <a:pt x="0" y="41318"/>
                    <a:pt x="5924" y="27015"/>
                    <a:pt x="16470" y="16470"/>
                  </a:cubicBezTo>
                  <a:cubicBezTo>
                    <a:pt x="27015" y="5924"/>
                    <a:pt x="41318" y="0"/>
                    <a:pt x="56231" y="0"/>
                  </a:cubicBezTo>
                  <a:close/>
                </a:path>
              </a:pathLst>
            </a:custGeom>
            <a:solidFill>
              <a:srgbClr val="9FC5B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54617" cy="352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955207" y="3207181"/>
            <a:ext cx="4170744" cy="1722775"/>
            <a:chOff x="0" y="0"/>
            <a:chExt cx="1071050" cy="4424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1050" cy="442410"/>
            </a:xfrm>
            <a:custGeom>
              <a:avLst/>
              <a:gdLst/>
              <a:ahLst/>
              <a:cxnLst/>
              <a:rect r="r" b="b" t="t" l="l"/>
              <a:pathLst>
                <a:path h="442410" w="1071050">
                  <a:moveTo>
                    <a:pt x="48262" y="0"/>
                  </a:moveTo>
                  <a:lnTo>
                    <a:pt x="1022788" y="0"/>
                  </a:lnTo>
                  <a:cubicBezTo>
                    <a:pt x="1049442" y="0"/>
                    <a:pt x="1071050" y="21608"/>
                    <a:pt x="1071050" y="48262"/>
                  </a:cubicBezTo>
                  <a:lnTo>
                    <a:pt x="1071050" y="394147"/>
                  </a:lnTo>
                  <a:cubicBezTo>
                    <a:pt x="1071050" y="406947"/>
                    <a:pt x="1065965" y="419223"/>
                    <a:pt x="1056915" y="428274"/>
                  </a:cubicBezTo>
                  <a:cubicBezTo>
                    <a:pt x="1047864" y="437325"/>
                    <a:pt x="1035588" y="442410"/>
                    <a:pt x="1022788" y="442410"/>
                  </a:cubicBezTo>
                  <a:lnTo>
                    <a:pt x="48262" y="442410"/>
                  </a:lnTo>
                  <a:cubicBezTo>
                    <a:pt x="21608" y="442410"/>
                    <a:pt x="0" y="420802"/>
                    <a:pt x="0" y="394147"/>
                  </a:cubicBezTo>
                  <a:lnTo>
                    <a:pt x="0" y="48262"/>
                  </a:lnTo>
                  <a:cubicBezTo>
                    <a:pt x="0" y="35462"/>
                    <a:pt x="5085" y="23187"/>
                    <a:pt x="14136" y="14136"/>
                  </a:cubicBezTo>
                  <a:cubicBezTo>
                    <a:pt x="23187" y="5085"/>
                    <a:pt x="35462" y="0"/>
                    <a:pt x="482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71050" cy="490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817515" y="3553979"/>
            <a:ext cx="2446127" cy="42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2"/>
              </a:lnSpc>
              <a:spcBef>
                <a:spcPct val="0"/>
              </a:spcBef>
            </a:pPr>
            <a:r>
              <a:rPr lang="en-US" b="true" sz="276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PREMIUM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180850" y="2829358"/>
            <a:ext cx="3717346" cy="1188396"/>
            <a:chOff x="0" y="0"/>
            <a:chExt cx="954617" cy="3051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4617" cy="305181"/>
            </a:xfrm>
            <a:custGeom>
              <a:avLst/>
              <a:gdLst/>
              <a:ahLst/>
              <a:cxnLst/>
              <a:rect r="r" b="b" t="t" l="l"/>
              <a:pathLst>
                <a:path h="305181" w="954617">
                  <a:moveTo>
                    <a:pt x="56231" y="0"/>
                  </a:moveTo>
                  <a:lnTo>
                    <a:pt x="898386" y="0"/>
                  </a:lnTo>
                  <a:cubicBezTo>
                    <a:pt x="913299" y="0"/>
                    <a:pt x="927602" y="5924"/>
                    <a:pt x="938147" y="16470"/>
                  </a:cubicBezTo>
                  <a:cubicBezTo>
                    <a:pt x="948693" y="27015"/>
                    <a:pt x="954617" y="41318"/>
                    <a:pt x="954617" y="56231"/>
                  </a:cubicBezTo>
                  <a:lnTo>
                    <a:pt x="954617" y="248950"/>
                  </a:lnTo>
                  <a:cubicBezTo>
                    <a:pt x="954617" y="263863"/>
                    <a:pt x="948693" y="278166"/>
                    <a:pt x="938147" y="288711"/>
                  </a:cubicBezTo>
                  <a:cubicBezTo>
                    <a:pt x="927602" y="299257"/>
                    <a:pt x="913299" y="305181"/>
                    <a:pt x="898386" y="305181"/>
                  </a:cubicBezTo>
                  <a:lnTo>
                    <a:pt x="56231" y="305181"/>
                  </a:lnTo>
                  <a:cubicBezTo>
                    <a:pt x="41318" y="305181"/>
                    <a:pt x="27015" y="299257"/>
                    <a:pt x="16470" y="288711"/>
                  </a:cubicBezTo>
                  <a:cubicBezTo>
                    <a:pt x="5924" y="278166"/>
                    <a:pt x="0" y="263863"/>
                    <a:pt x="0" y="248950"/>
                  </a:cubicBezTo>
                  <a:lnTo>
                    <a:pt x="0" y="56231"/>
                  </a:lnTo>
                  <a:cubicBezTo>
                    <a:pt x="0" y="41318"/>
                    <a:pt x="5924" y="27015"/>
                    <a:pt x="16470" y="16470"/>
                  </a:cubicBezTo>
                  <a:cubicBezTo>
                    <a:pt x="27015" y="5924"/>
                    <a:pt x="41318" y="0"/>
                    <a:pt x="56231" y="0"/>
                  </a:cubicBezTo>
                  <a:close/>
                </a:path>
              </a:pathLst>
            </a:custGeom>
            <a:solidFill>
              <a:srgbClr val="9FC5B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54617" cy="352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-5400000">
            <a:off x="15547436" y="3949774"/>
            <a:ext cx="1570714" cy="1638294"/>
          </a:xfrm>
          <a:custGeom>
            <a:avLst/>
            <a:gdLst/>
            <a:ahLst/>
            <a:cxnLst/>
            <a:rect r="r" b="b" t="t" l="l"/>
            <a:pathLst>
              <a:path h="1638294" w="1570714">
                <a:moveTo>
                  <a:pt x="0" y="0"/>
                </a:moveTo>
                <a:lnTo>
                  <a:pt x="1570714" y="0"/>
                </a:lnTo>
                <a:lnTo>
                  <a:pt x="1570714" y="1638294"/>
                </a:lnTo>
                <a:lnTo>
                  <a:pt x="0" y="1638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6710728" y="8451759"/>
            <a:ext cx="1097144" cy="1250025"/>
          </a:xfrm>
          <a:custGeom>
            <a:avLst/>
            <a:gdLst/>
            <a:ahLst/>
            <a:cxnLst/>
            <a:rect r="r" b="b" t="t" l="l"/>
            <a:pathLst>
              <a:path h="1250025" w="1097144">
                <a:moveTo>
                  <a:pt x="0" y="0"/>
                </a:moveTo>
                <a:lnTo>
                  <a:pt x="1097144" y="0"/>
                </a:lnTo>
                <a:lnTo>
                  <a:pt x="1097144" y="1250025"/>
                </a:lnTo>
                <a:lnTo>
                  <a:pt x="0" y="1250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7530696" y="4102969"/>
            <a:ext cx="3227421" cy="5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6"/>
              </a:lnSpc>
            </a:pPr>
            <a:r>
              <a:rPr lang="en-US" b="true" sz="2546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Anytime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39768" y="3095491"/>
            <a:ext cx="360789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3"/>
              </a:lnSpc>
              <a:spcBef>
                <a:spcPct val="0"/>
              </a:spcBef>
            </a:pPr>
            <a:r>
              <a:rPr lang="en-US" b="true" sz="4277">
                <a:solidFill>
                  <a:srgbClr val="0125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CONSTANT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42416" y="3082121"/>
            <a:ext cx="360789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3"/>
              </a:lnSpc>
              <a:spcBef>
                <a:spcPct val="0"/>
              </a:spcBef>
            </a:pPr>
            <a:r>
              <a:rPr lang="en-US" b="true" sz="4277">
                <a:solidFill>
                  <a:srgbClr val="0125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SCALABLE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426502" y="4076228"/>
            <a:ext cx="3227421" cy="5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6"/>
              </a:lnSpc>
            </a:pPr>
            <a:r>
              <a:rPr lang="en-US" b="true" sz="2546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Anyone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35574" y="3068750"/>
            <a:ext cx="360789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3"/>
              </a:lnSpc>
              <a:spcBef>
                <a:spcPct val="0"/>
              </a:spcBef>
            </a:pPr>
            <a:r>
              <a:rPr lang="en-US" b="true" sz="4277">
                <a:solidFill>
                  <a:srgbClr val="0125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ACCESIBLE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676687" y="944927"/>
            <a:ext cx="12941085" cy="73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6"/>
              </a:lnSpc>
            </a:pPr>
            <a:r>
              <a:rPr lang="en-US" b="true" sz="5672">
                <a:solidFill>
                  <a:srgbClr val="9FC5B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MAKES US DIFFERENT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640535" y="4076228"/>
            <a:ext cx="3227421" cy="5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6"/>
              </a:lnSpc>
            </a:pPr>
            <a:r>
              <a:rPr lang="en-US" b="true" sz="2546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Anywhere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0" y="-17350"/>
            <a:ext cx="18288000" cy="5678026"/>
            <a:chOff x="0" y="0"/>
            <a:chExt cx="4816593" cy="149544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16592" cy="1495447"/>
            </a:xfrm>
            <a:custGeom>
              <a:avLst/>
              <a:gdLst/>
              <a:ahLst/>
              <a:cxnLst/>
              <a:rect r="r" b="b" t="t" l="l"/>
              <a:pathLst>
                <a:path h="149544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495447"/>
                  </a:lnTo>
                  <a:lnTo>
                    <a:pt x="0" y="1495447"/>
                  </a:lnTo>
                  <a:close/>
                </a:path>
              </a:pathLst>
            </a:custGeom>
            <a:solidFill>
              <a:srgbClr val="022E30">
                <a:alpha val="67843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4816593" cy="1543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1340" y="5801928"/>
            <a:ext cx="16230600" cy="4375956"/>
            <a:chOff x="0" y="0"/>
            <a:chExt cx="21640800" cy="5834608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21640800" cy="1543568"/>
              <a:chOff x="0" y="0"/>
              <a:chExt cx="4274726" cy="30490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4274726" cy="304902"/>
              </a:xfrm>
              <a:custGeom>
                <a:avLst/>
                <a:gdLst/>
                <a:ahLst/>
                <a:cxnLst/>
                <a:rect r="r" b="b" t="t" l="l"/>
                <a:pathLst>
                  <a:path h="304902" w="4274726">
                    <a:moveTo>
                      <a:pt x="12402" y="0"/>
                    </a:moveTo>
                    <a:lnTo>
                      <a:pt x="4262324" y="0"/>
                    </a:lnTo>
                    <a:cubicBezTo>
                      <a:pt x="4269174" y="0"/>
                      <a:pt x="4274726" y="5553"/>
                      <a:pt x="4274726" y="12402"/>
                    </a:cubicBezTo>
                    <a:lnTo>
                      <a:pt x="4274726" y="292500"/>
                    </a:lnTo>
                    <a:cubicBezTo>
                      <a:pt x="4274726" y="295790"/>
                      <a:pt x="4273419" y="298944"/>
                      <a:pt x="4271094" y="301270"/>
                    </a:cubicBezTo>
                    <a:cubicBezTo>
                      <a:pt x="4268768" y="303596"/>
                      <a:pt x="4265613" y="304902"/>
                      <a:pt x="4262324" y="304902"/>
                    </a:cubicBezTo>
                    <a:lnTo>
                      <a:pt x="12402" y="304902"/>
                    </a:lnTo>
                    <a:cubicBezTo>
                      <a:pt x="9113" y="304902"/>
                      <a:pt x="5958" y="303596"/>
                      <a:pt x="3632" y="301270"/>
                    </a:cubicBezTo>
                    <a:cubicBezTo>
                      <a:pt x="1307" y="298944"/>
                      <a:pt x="0" y="295790"/>
                      <a:pt x="0" y="292500"/>
                    </a:cubicBezTo>
                    <a:lnTo>
                      <a:pt x="0" y="12402"/>
                    </a:lnTo>
                    <a:cubicBezTo>
                      <a:pt x="0" y="9113"/>
                      <a:pt x="1307" y="5958"/>
                      <a:pt x="3632" y="3632"/>
                    </a:cubicBezTo>
                    <a:cubicBezTo>
                      <a:pt x="5958" y="1307"/>
                      <a:pt x="9113" y="0"/>
                      <a:pt x="1240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4274726" cy="3430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9193954" y="4730751"/>
              <a:ext cx="3261503" cy="419554"/>
              <a:chOff x="0" y="0"/>
              <a:chExt cx="628167" cy="80806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628167" cy="80806"/>
              </a:xfrm>
              <a:custGeom>
                <a:avLst/>
                <a:gdLst/>
                <a:ahLst/>
                <a:cxnLst/>
                <a:rect r="r" b="b" t="t" l="l"/>
                <a:pathLst>
                  <a:path h="80806" w="628167">
                    <a:moveTo>
                      <a:pt x="40403" y="0"/>
                    </a:moveTo>
                    <a:lnTo>
                      <a:pt x="587764" y="0"/>
                    </a:lnTo>
                    <a:cubicBezTo>
                      <a:pt x="598480" y="0"/>
                      <a:pt x="608756" y="4257"/>
                      <a:pt x="616333" y="11834"/>
                    </a:cubicBezTo>
                    <a:cubicBezTo>
                      <a:pt x="623911" y="19411"/>
                      <a:pt x="628167" y="29688"/>
                      <a:pt x="628167" y="40403"/>
                    </a:cubicBezTo>
                    <a:lnTo>
                      <a:pt x="628167" y="40403"/>
                    </a:lnTo>
                    <a:cubicBezTo>
                      <a:pt x="628167" y="62717"/>
                      <a:pt x="610078" y="80806"/>
                      <a:pt x="587764" y="80806"/>
                    </a:cubicBezTo>
                    <a:lnTo>
                      <a:pt x="40403" y="80806"/>
                    </a:lnTo>
                    <a:cubicBezTo>
                      <a:pt x="18089" y="80806"/>
                      <a:pt x="0" y="62717"/>
                      <a:pt x="0" y="40403"/>
                    </a:cubicBezTo>
                    <a:lnTo>
                      <a:pt x="0" y="40403"/>
                    </a:lnTo>
                    <a:cubicBezTo>
                      <a:pt x="0" y="18089"/>
                      <a:pt x="18089" y="0"/>
                      <a:pt x="40403" y="0"/>
                    </a:cubicBezTo>
                    <a:close/>
                  </a:path>
                </a:pathLst>
              </a:custGeom>
              <a:solidFill>
                <a:srgbClr val="1CABB0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628167" cy="1284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15994210" y="4742937"/>
              <a:ext cx="3261503" cy="419554"/>
              <a:chOff x="0" y="0"/>
              <a:chExt cx="628167" cy="80806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628167" cy="80806"/>
              </a:xfrm>
              <a:custGeom>
                <a:avLst/>
                <a:gdLst/>
                <a:ahLst/>
                <a:cxnLst/>
                <a:rect r="r" b="b" t="t" l="l"/>
                <a:pathLst>
                  <a:path h="80806" w="628167">
                    <a:moveTo>
                      <a:pt x="40403" y="0"/>
                    </a:moveTo>
                    <a:lnTo>
                      <a:pt x="587764" y="0"/>
                    </a:lnTo>
                    <a:cubicBezTo>
                      <a:pt x="598480" y="0"/>
                      <a:pt x="608756" y="4257"/>
                      <a:pt x="616333" y="11834"/>
                    </a:cubicBezTo>
                    <a:cubicBezTo>
                      <a:pt x="623911" y="19411"/>
                      <a:pt x="628167" y="29688"/>
                      <a:pt x="628167" y="40403"/>
                    </a:cubicBezTo>
                    <a:lnTo>
                      <a:pt x="628167" y="40403"/>
                    </a:lnTo>
                    <a:cubicBezTo>
                      <a:pt x="628167" y="62717"/>
                      <a:pt x="610078" y="80806"/>
                      <a:pt x="587764" y="80806"/>
                    </a:cubicBezTo>
                    <a:lnTo>
                      <a:pt x="40403" y="80806"/>
                    </a:lnTo>
                    <a:cubicBezTo>
                      <a:pt x="18089" y="80806"/>
                      <a:pt x="0" y="62717"/>
                      <a:pt x="0" y="40403"/>
                    </a:cubicBezTo>
                    <a:lnTo>
                      <a:pt x="0" y="40403"/>
                    </a:lnTo>
                    <a:cubicBezTo>
                      <a:pt x="0" y="18089"/>
                      <a:pt x="18089" y="0"/>
                      <a:pt x="40403" y="0"/>
                    </a:cubicBezTo>
                    <a:close/>
                  </a:path>
                </a:pathLst>
              </a:custGeom>
              <a:solidFill>
                <a:srgbClr val="1CABB0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47625"/>
                <a:ext cx="628167" cy="1284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2388362" y="4730751"/>
              <a:ext cx="3261503" cy="419554"/>
              <a:chOff x="0" y="0"/>
              <a:chExt cx="628167" cy="80806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628167" cy="80806"/>
              </a:xfrm>
              <a:custGeom>
                <a:avLst/>
                <a:gdLst/>
                <a:ahLst/>
                <a:cxnLst/>
                <a:rect r="r" b="b" t="t" l="l"/>
                <a:pathLst>
                  <a:path h="80806" w="628167">
                    <a:moveTo>
                      <a:pt x="40403" y="0"/>
                    </a:moveTo>
                    <a:lnTo>
                      <a:pt x="587764" y="0"/>
                    </a:lnTo>
                    <a:cubicBezTo>
                      <a:pt x="598480" y="0"/>
                      <a:pt x="608756" y="4257"/>
                      <a:pt x="616333" y="11834"/>
                    </a:cubicBezTo>
                    <a:cubicBezTo>
                      <a:pt x="623911" y="19411"/>
                      <a:pt x="628167" y="29688"/>
                      <a:pt x="628167" y="40403"/>
                    </a:cubicBezTo>
                    <a:lnTo>
                      <a:pt x="628167" y="40403"/>
                    </a:lnTo>
                    <a:cubicBezTo>
                      <a:pt x="628167" y="62717"/>
                      <a:pt x="610078" y="80806"/>
                      <a:pt x="587764" y="80806"/>
                    </a:cubicBezTo>
                    <a:lnTo>
                      <a:pt x="40403" y="80806"/>
                    </a:lnTo>
                    <a:cubicBezTo>
                      <a:pt x="18089" y="80806"/>
                      <a:pt x="0" y="62717"/>
                      <a:pt x="0" y="40403"/>
                    </a:cubicBezTo>
                    <a:lnTo>
                      <a:pt x="0" y="40403"/>
                    </a:lnTo>
                    <a:cubicBezTo>
                      <a:pt x="0" y="18089"/>
                      <a:pt x="18089" y="0"/>
                      <a:pt x="40403" y="0"/>
                    </a:cubicBezTo>
                    <a:close/>
                  </a:path>
                </a:pathLst>
              </a:custGeom>
              <a:solidFill>
                <a:srgbClr val="1CABB0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47625"/>
                <a:ext cx="628167" cy="1284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8040935" y="2591805"/>
              <a:ext cx="5560992" cy="2297033"/>
              <a:chOff x="0" y="0"/>
              <a:chExt cx="1071050" cy="44241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071050" cy="442410"/>
              </a:xfrm>
              <a:custGeom>
                <a:avLst/>
                <a:gdLst/>
                <a:ahLst/>
                <a:cxnLst/>
                <a:rect r="r" b="b" t="t" l="l"/>
                <a:pathLst>
                  <a:path h="442410" w="1071050">
                    <a:moveTo>
                      <a:pt x="48262" y="0"/>
                    </a:moveTo>
                    <a:lnTo>
                      <a:pt x="1022788" y="0"/>
                    </a:lnTo>
                    <a:cubicBezTo>
                      <a:pt x="1049442" y="0"/>
                      <a:pt x="1071050" y="21608"/>
                      <a:pt x="1071050" y="48262"/>
                    </a:cubicBezTo>
                    <a:lnTo>
                      <a:pt x="1071050" y="394147"/>
                    </a:lnTo>
                    <a:cubicBezTo>
                      <a:pt x="1071050" y="406947"/>
                      <a:pt x="1065965" y="419223"/>
                      <a:pt x="1056915" y="428274"/>
                    </a:cubicBezTo>
                    <a:cubicBezTo>
                      <a:pt x="1047864" y="437325"/>
                      <a:pt x="1035588" y="442410"/>
                      <a:pt x="1022788" y="442410"/>
                    </a:cubicBezTo>
                    <a:lnTo>
                      <a:pt x="48262" y="442410"/>
                    </a:lnTo>
                    <a:cubicBezTo>
                      <a:pt x="21608" y="442410"/>
                      <a:pt x="0" y="420802"/>
                      <a:pt x="0" y="394147"/>
                    </a:cubicBezTo>
                    <a:lnTo>
                      <a:pt x="0" y="48262"/>
                    </a:lnTo>
                    <a:cubicBezTo>
                      <a:pt x="0" y="35462"/>
                      <a:pt x="5085" y="23187"/>
                      <a:pt x="14136" y="14136"/>
                    </a:cubicBezTo>
                    <a:cubicBezTo>
                      <a:pt x="23187" y="5085"/>
                      <a:pt x="35462" y="0"/>
                      <a:pt x="4826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47625"/>
                <a:ext cx="1071050" cy="4900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63" id="63"/>
            <p:cNvSpPr txBox="true"/>
            <p:nvPr/>
          </p:nvSpPr>
          <p:spPr>
            <a:xfrm rot="0">
              <a:off x="9190680" y="3081959"/>
              <a:ext cx="3261503" cy="56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22"/>
                </a:lnSpc>
                <a:spcBef>
                  <a:spcPct val="0"/>
                </a:spcBef>
              </a:pPr>
              <a:r>
                <a:rPr lang="en-US" b="true" sz="276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PREMIUM</a:t>
              </a:r>
            </a:p>
          </p:txBody>
        </p:sp>
        <p:grpSp>
          <p:nvGrpSpPr>
            <p:cNvPr name="Group 64" id="64"/>
            <p:cNvGrpSpPr/>
            <p:nvPr/>
          </p:nvGrpSpPr>
          <p:grpSpPr>
            <a:xfrm rot="0">
              <a:off x="8341792" y="2112623"/>
              <a:ext cx="4956461" cy="1584528"/>
              <a:chOff x="0" y="0"/>
              <a:chExt cx="954617" cy="305181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954617" cy="305181"/>
              </a:xfrm>
              <a:custGeom>
                <a:avLst/>
                <a:gdLst/>
                <a:ahLst/>
                <a:cxnLst/>
                <a:rect r="r" b="b" t="t" l="l"/>
                <a:pathLst>
                  <a:path h="305181" w="954617">
                    <a:moveTo>
                      <a:pt x="56231" y="0"/>
                    </a:moveTo>
                    <a:lnTo>
                      <a:pt x="898386" y="0"/>
                    </a:lnTo>
                    <a:cubicBezTo>
                      <a:pt x="913299" y="0"/>
                      <a:pt x="927602" y="5924"/>
                      <a:pt x="938147" y="16470"/>
                    </a:cubicBezTo>
                    <a:cubicBezTo>
                      <a:pt x="948693" y="27015"/>
                      <a:pt x="954617" y="41318"/>
                      <a:pt x="954617" y="56231"/>
                    </a:cubicBezTo>
                    <a:lnTo>
                      <a:pt x="954617" y="248950"/>
                    </a:lnTo>
                    <a:cubicBezTo>
                      <a:pt x="954617" y="263863"/>
                      <a:pt x="948693" y="278166"/>
                      <a:pt x="938147" y="288711"/>
                    </a:cubicBezTo>
                    <a:cubicBezTo>
                      <a:pt x="927602" y="299257"/>
                      <a:pt x="913299" y="305181"/>
                      <a:pt x="898386" y="305181"/>
                    </a:cubicBezTo>
                    <a:lnTo>
                      <a:pt x="56231" y="305181"/>
                    </a:lnTo>
                    <a:cubicBezTo>
                      <a:pt x="41318" y="305181"/>
                      <a:pt x="27015" y="299257"/>
                      <a:pt x="16470" y="288711"/>
                    </a:cubicBezTo>
                    <a:cubicBezTo>
                      <a:pt x="5924" y="278166"/>
                      <a:pt x="0" y="263863"/>
                      <a:pt x="0" y="248950"/>
                    </a:cubicBezTo>
                    <a:lnTo>
                      <a:pt x="0" y="56231"/>
                    </a:lnTo>
                    <a:cubicBezTo>
                      <a:pt x="0" y="41318"/>
                      <a:pt x="5924" y="27015"/>
                      <a:pt x="16470" y="16470"/>
                    </a:cubicBezTo>
                    <a:cubicBezTo>
                      <a:pt x="27015" y="5924"/>
                      <a:pt x="41318" y="0"/>
                      <a:pt x="56231" y="0"/>
                    </a:cubicBezTo>
                    <a:close/>
                  </a:path>
                </a:pathLst>
              </a:custGeom>
              <a:solidFill>
                <a:srgbClr val="1CABB0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47625"/>
                <a:ext cx="954617" cy="3528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14844465" y="2586269"/>
              <a:ext cx="5560992" cy="2297033"/>
              <a:chOff x="0" y="0"/>
              <a:chExt cx="1071050" cy="44241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1071050" cy="442410"/>
              </a:xfrm>
              <a:custGeom>
                <a:avLst/>
                <a:gdLst/>
                <a:ahLst/>
                <a:cxnLst/>
                <a:rect r="r" b="b" t="t" l="l"/>
                <a:pathLst>
                  <a:path h="442410" w="1071050">
                    <a:moveTo>
                      <a:pt x="48262" y="0"/>
                    </a:moveTo>
                    <a:lnTo>
                      <a:pt x="1022788" y="0"/>
                    </a:lnTo>
                    <a:cubicBezTo>
                      <a:pt x="1049442" y="0"/>
                      <a:pt x="1071050" y="21608"/>
                      <a:pt x="1071050" y="48262"/>
                    </a:cubicBezTo>
                    <a:lnTo>
                      <a:pt x="1071050" y="394147"/>
                    </a:lnTo>
                    <a:cubicBezTo>
                      <a:pt x="1071050" y="406947"/>
                      <a:pt x="1065965" y="419223"/>
                      <a:pt x="1056915" y="428274"/>
                    </a:cubicBezTo>
                    <a:cubicBezTo>
                      <a:pt x="1047864" y="437325"/>
                      <a:pt x="1035588" y="442410"/>
                      <a:pt x="1022788" y="442410"/>
                    </a:cubicBezTo>
                    <a:lnTo>
                      <a:pt x="48262" y="442410"/>
                    </a:lnTo>
                    <a:cubicBezTo>
                      <a:pt x="21608" y="442410"/>
                      <a:pt x="0" y="420802"/>
                      <a:pt x="0" y="394147"/>
                    </a:cubicBezTo>
                    <a:lnTo>
                      <a:pt x="0" y="48262"/>
                    </a:lnTo>
                    <a:cubicBezTo>
                      <a:pt x="0" y="35462"/>
                      <a:pt x="5085" y="23187"/>
                      <a:pt x="14136" y="14136"/>
                    </a:cubicBezTo>
                    <a:cubicBezTo>
                      <a:pt x="23187" y="5085"/>
                      <a:pt x="35462" y="0"/>
                      <a:pt x="4826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47625"/>
                <a:ext cx="1071050" cy="4900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70" id="70"/>
            <p:cNvSpPr txBox="true"/>
            <p:nvPr/>
          </p:nvSpPr>
          <p:spPr>
            <a:xfrm rot="0">
              <a:off x="15994210" y="3064132"/>
              <a:ext cx="3261503" cy="56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22"/>
                </a:lnSpc>
                <a:spcBef>
                  <a:spcPct val="0"/>
                </a:spcBef>
              </a:pPr>
              <a:r>
                <a:rPr lang="en-US" b="true" sz="276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PREMIUM</a:t>
              </a:r>
            </a:p>
          </p:txBody>
        </p:sp>
        <p:grpSp>
          <p:nvGrpSpPr>
            <p:cNvPr name="Group 71" id="71"/>
            <p:cNvGrpSpPr/>
            <p:nvPr/>
          </p:nvGrpSpPr>
          <p:grpSpPr>
            <a:xfrm rot="0">
              <a:off x="15145323" y="2094796"/>
              <a:ext cx="4956461" cy="1584528"/>
              <a:chOff x="0" y="0"/>
              <a:chExt cx="954617" cy="305181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954617" cy="305181"/>
              </a:xfrm>
              <a:custGeom>
                <a:avLst/>
                <a:gdLst/>
                <a:ahLst/>
                <a:cxnLst/>
                <a:rect r="r" b="b" t="t" l="l"/>
                <a:pathLst>
                  <a:path h="305181" w="954617">
                    <a:moveTo>
                      <a:pt x="56231" y="0"/>
                    </a:moveTo>
                    <a:lnTo>
                      <a:pt x="898386" y="0"/>
                    </a:lnTo>
                    <a:cubicBezTo>
                      <a:pt x="913299" y="0"/>
                      <a:pt x="927602" y="5924"/>
                      <a:pt x="938147" y="16470"/>
                    </a:cubicBezTo>
                    <a:cubicBezTo>
                      <a:pt x="948693" y="27015"/>
                      <a:pt x="954617" y="41318"/>
                      <a:pt x="954617" y="56231"/>
                    </a:cubicBezTo>
                    <a:lnTo>
                      <a:pt x="954617" y="248950"/>
                    </a:lnTo>
                    <a:cubicBezTo>
                      <a:pt x="954617" y="263863"/>
                      <a:pt x="948693" y="278166"/>
                      <a:pt x="938147" y="288711"/>
                    </a:cubicBezTo>
                    <a:cubicBezTo>
                      <a:pt x="927602" y="299257"/>
                      <a:pt x="913299" y="305181"/>
                      <a:pt x="898386" y="305181"/>
                    </a:cubicBezTo>
                    <a:lnTo>
                      <a:pt x="56231" y="305181"/>
                    </a:lnTo>
                    <a:cubicBezTo>
                      <a:pt x="41318" y="305181"/>
                      <a:pt x="27015" y="299257"/>
                      <a:pt x="16470" y="288711"/>
                    </a:cubicBezTo>
                    <a:cubicBezTo>
                      <a:pt x="5924" y="278166"/>
                      <a:pt x="0" y="263863"/>
                      <a:pt x="0" y="248950"/>
                    </a:cubicBezTo>
                    <a:lnTo>
                      <a:pt x="0" y="56231"/>
                    </a:lnTo>
                    <a:cubicBezTo>
                      <a:pt x="0" y="41318"/>
                      <a:pt x="5924" y="27015"/>
                      <a:pt x="16470" y="16470"/>
                    </a:cubicBezTo>
                    <a:cubicBezTo>
                      <a:pt x="27015" y="5924"/>
                      <a:pt x="41318" y="0"/>
                      <a:pt x="56231" y="0"/>
                    </a:cubicBezTo>
                    <a:close/>
                  </a:path>
                </a:pathLst>
              </a:custGeom>
              <a:solidFill>
                <a:srgbClr val="1CABB0"/>
              </a:solid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47625"/>
                <a:ext cx="954617" cy="3528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1235342" y="2580732"/>
              <a:ext cx="5560992" cy="2297033"/>
              <a:chOff x="0" y="0"/>
              <a:chExt cx="1071050" cy="44241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1071050" cy="442410"/>
              </a:xfrm>
              <a:custGeom>
                <a:avLst/>
                <a:gdLst/>
                <a:ahLst/>
                <a:cxnLst/>
                <a:rect r="r" b="b" t="t" l="l"/>
                <a:pathLst>
                  <a:path h="442410" w="1071050">
                    <a:moveTo>
                      <a:pt x="48262" y="0"/>
                    </a:moveTo>
                    <a:lnTo>
                      <a:pt x="1022788" y="0"/>
                    </a:lnTo>
                    <a:cubicBezTo>
                      <a:pt x="1049442" y="0"/>
                      <a:pt x="1071050" y="21608"/>
                      <a:pt x="1071050" y="48262"/>
                    </a:cubicBezTo>
                    <a:lnTo>
                      <a:pt x="1071050" y="394147"/>
                    </a:lnTo>
                    <a:cubicBezTo>
                      <a:pt x="1071050" y="406947"/>
                      <a:pt x="1065965" y="419223"/>
                      <a:pt x="1056915" y="428274"/>
                    </a:cubicBezTo>
                    <a:cubicBezTo>
                      <a:pt x="1047864" y="437325"/>
                      <a:pt x="1035588" y="442410"/>
                      <a:pt x="1022788" y="442410"/>
                    </a:cubicBezTo>
                    <a:lnTo>
                      <a:pt x="48262" y="442410"/>
                    </a:lnTo>
                    <a:cubicBezTo>
                      <a:pt x="21608" y="442410"/>
                      <a:pt x="0" y="420802"/>
                      <a:pt x="0" y="394147"/>
                    </a:cubicBezTo>
                    <a:lnTo>
                      <a:pt x="0" y="48262"/>
                    </a:lnTo>
                    <a:cubicBezTo>
                      <a:pt x="0" y="35462"/>
                      <a:pt x="5085" y="23187"/>
                      <a:pt x="14136" y="14136"/>
                    </a:cubicBezTo>
                    <a:cubicBezTo>
                      <a:pt x="23187" y="5085"/>
                      <a:pt x="35462" y="0"/>
                      <a:pt x="4826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47625"/>
                <a:ext cx="1071050" cy="4900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77" id="77"/>
            <p:cNvSpPr txBox="true"/>
            <p:nvPr/>
          </p:nvSpPr>
          <p:spPr>
            <a:xfrm rot="0">
              <a:off x="2385087" y="3046304"/>
              <a:ext cx="3261503" cy="56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22"/>
                </a:lnSpc>
                <a:spcBef>
                  <a:spcPct val="0"/>
                </a:spcBef>
              </a:pPr>
              <a:r>
                <a:rPr lang="en-US" b="true" sz="276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PREMIUM</a:t>
              </a:r>
            </a:p>
          </p:txBody>
        </p:sp>
        <p:grpSp>
          <p:nvGrpSpPr>
            <p:cNvPr name="Group 78" id="78"/>
            <p:cNvGrpSpPr/>
            <p:nvPr/>
          </p:nvGrpSpPr>
          <p:grpSpPr>
            <a:xfrm rot="0">
              <a:off x="1536200" y="2076968"/>
              <a:ext cx="4956461" cy="1584528"/>
              <a:chOff x="0" y="0"/>
              <a:chExt cx="954617" cy="305181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954617" cy="305181"/>
              </a:xfrm>
              <a:custGeom>
                <a:avLst/>
                <a:gdLst/>
                <a:ahLst/>
                <a:cxnLst/>
                <a:rect r="r" b="b" t="t" l="l"/>
                <a:pathLst>
                  <a:path h="305181" w="954617">
                    <a:moveTo>
                      <a:pt x="56231" y="0"/>
                    </a:moveTo>
                    <a:lnTo>
                      <a:pt x="898386" y="0"/>
                    </a:lnTo>
                    <a:cubicBezTo>
                      <a:pt x="913299" y="0"/>
                      <a:pt x="927602" y="5924"/>
                      <a:pt x="938147" y="16470"/>
                    </a:cubicBezTo>
                    <a:cubicBezTo>
                      <a:pt x="948693" y="27015"/>
                      <a:pt x="954617" y="41318"/>
                      <a:pt x="954617" y="56231"/>
                    </a:cubicBezTo>
                    <a:lnTo>
                      <a:pt x="954617" y="248950"/>
                    </a:lnTo>
                    <a:cubicBezTo>
                      <a:pt x="954617" y="263863"/>
                      <a:pt x="948693" y="278166"/>
                      <a:pt x="938147" y="288711"/>
                    </a:cubicBezTo>
                    <a:cubicBezTo>
                      <a:pt x="927602" y="299257"/>
                      <a:pt x="913299" y="305181"/>
                      <a:pt x="898386" y="305181"/>
                    </a:cubicBezTo>
                    <a:lnTo>
                      <a:pt x="56231" y="305181"/>
                    </a:lnTo>
                    <a:cubicBezTo>
                      <a:pt x="41318" y="305181"/>
                      <a:pt x="27015" y="299257"/>
                      <a:pt x="16470" y="288711"/>
                    </a:cubicBezTo>
                    <a:cubicBezTo>
                      <a:pt x="5924" y="278166"/>
                      <a:pt x="0" y="263863"/>
                      <a:pt x="0" y="248950"/>
                    </a:cubicBezTo>
                    <a:lnTo>
                      <a:pt x="0" y="56231"/>
                    </a:lnTo>
                    <a:cubicBezTo>
                      <a:pt x="0" y="41318"/>
                      <a:pt x="5924" y="27015"/>
                      <a:pt x="16470" y="16470"/>
                    </a:cubicBezTo>
                    <a:cubicBezTo>
                      <a:pt x="27015" y="5924"/>
                      <a:pt x="41318" y="0"/>
                      <a:pt x="56231" y="0"/>
                    </a:cubicBezTo>
                    <a:close/>
                  </a:path>
                </a:pathLst>
              </a:custGeom>
              <a:solidFill>
                <a:srgbClr val="1CABB0"/>
              </a:solid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-47625"/>
                <a:ext cx="954617" cy="3528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Freeform 81" id="81"/>
            <p:cNvSpPr/>
            <p:nvPr/>
          </p:nvSpPr>
          <p:spPr>
            <a:xfrm flipH="false" flipV="false" rot="-5400000">
              <a:off x="201124" y="3695269"/>
              <a:ext cx="2094286" cy="2184392"/>
            </a:xfrm>
            <a:custGeom>
              <a:avLst/>
              <a:gdLst/>
              <a:ahLst/>
              <a:cxnLst/>
              <a:rect r="r" b="b" t="t" l="l"/>
              <a:pathLst>
                <a:path h="2184392" w="2094286">
                  <a:moveTo>
                    <a:pt x="0" y="0"/>
                  </a:moveTo>
                  <a:lnTo>
                    <a:pt x="2094285" y="0"/>
                  </a:lnTo>
                  <a:lnTo>
                    <a:pt x="2094285" y="2184392"/>
                  </a:lnTo>
                  <a:lnTo>
                    <a:pt x="0" y="2184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 rot="0">
              <a:off x="8666054" y="3973203"/>
              <a:ext cx="4303228" cy="485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70"/>
                </a:lnSpc>
              </a:pPr>
              <a:r>
                <a:rPr lang="en-US" b="true" sz="1846">
                  <a:solidFill>
                    <a:srgbClr val="545454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Fast results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8414758" y="2234962"/>
              <a:ext cx="4810530" cy="1330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3"/>
                </a:lnSpc>
                <a:spcBef>
                  <a:spcPct val="0"/>
                </a:spcBef>
              </a:pPr>
              <a:r>
                <a:rPr lang="en-US" b="true" sz="3277">
                  <a:solidFill>
                    <a:srgbClr val="01253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RAPID RESPONSE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15218288" y="2404460"/>
              <a:ext cx="4810530" cy="771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33"/>
                </a:lnSpc>
                <a:spcBef>
                  <a:spcPct val="0"/>
                </a:spcBef>
              </a:pPr>
              <a:r>
                <a:rPr lang="en-US" b="true" sz="3777">
                  <a:solidFill>
                    <a:srgbClr val="01253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INFORMATION</a:t>
              </a:r>
            </a:p>
          </p:txBody>
        </p:sp>
        <p:sp>
          <p:nvSpPr>
            <p:cNvPr name="TextBox 85" id="85"/>
            <p:cNvSpPr txBox="true"/>
            <p:nvPr/>
          </p:nvSpPr>
          <p:spPr>
            <a:xfrm rot="0">
              <a:off x="1860462" y="3924848"/>
              <a:ext cx="4303228" cy="485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70"/>
                </a:lnSpc>
              </a:pPr>
              <a:r>
                <a:rPr lang="en-US" b="true" sz="1846">
                  <a:solidFill>
                    <a:srgbClr val="545454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Instant alerts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0">
              <a:off x="1609165" y="2520712"/>
              <a:ext cx="4810530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3"/>
                </a:lnSpc>
                <a:spcBef>
                  <a:spcPct val="0"/>
                </a:spcBef>
              </a:pPr>
              <a:r>
                <a:rPr lang="en-US" b="true" sz="3377">
                  <a:solidFill>
                    <a:srgbClr val="01253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NOTIFICATIONS</a:t>
              </a:r>
            </a:p>
          </p:txBody>
        </p:sp>
        <p:sp>
          <p:nvSpPr>
            <p:cNvPr name="TextBox 87" id="87"/>
            <p:cNvSpPr txBox="true"/>
            <p:nvPr/>
          </p:nvSpPr>
          <p:spPr>
            <a:xfrm rot="0">
              <a:off x="2197316" y="376221"/>
              <a:ext cx="17254779" cy="10043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50"/>
                </a:lnSpc>
              </a:pPr>
              <a:r>
                <a:rPr lang="en-US" b="true" sz="5572">
                  <a:solidFill>
                    <a:srgbClr val="1CABB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LOOK FORWARD TO THE FUTURE</a:t>
              </a:r>
            </a:p>
          </p:txBody>
        </p:sp>
        <p:sp>
          <p:nvSpPr>
            <p:cNvPr name="TextBox 88" id="88"/>
            <p:cNvSpPr txBox="true"/>
            <p:nvPr/>
          </p:nvSpPr>
          <p:spPr>
            <a:xfrm rot="0">
              <a:off x="15479172" y="3937548"/>
              <a:ext cx="4303228" cy="485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70"/>
                </a:lnSpc>
              </a:pPr>
              <a:r>
                <a:rPr lang="en-US" b="true" sz="1846">
                  <a:solidFill>
                    <a:srgbClr val="545454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Download processed data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100" y="903148"/>
            <a:ext cx="17504255" cy="9656746"/>
            <a:chOff x="0" y="0"/>
            <a:chExt cx="4610174" cy="2543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0174" cy="2543340"/>
            </a:xfrm>
            <a:custGeom>
              <a:avLst/>
              <a:gdLst/>
              <a:ahLst/>
              <a:cxnLst/>
              <a:rect r="r" b="b" t="t" l="l"/>
              <a:pathLst>
                <a:path h="2543340" w="4610174">
                  <a:moveTo>
                    <a:pt x="11499" y="0"/>
                  </a:moveTo>
                  <a:lnTo>
                    <a:pt x="4598675" y="0"/>
                  </a:lnTo>
                  <a:cubicBezTo>
                    <a:pt x="4601725" y="0"/>
                    <a:pt x="4604649" y="1212"/>
                    <a:pt x="4606806" y="3368"/>
                  </a:cubicBezTo>
                  <a:cubicBezTo>
                    <a:pt x="4608962" y="5525"/>
                    <a:pt x="4610174" y="8450"/>
                    <a:pt x="4610174" y="11499"/>
                  </a:cubicBezTo>
                  <a:lnTo>
                    <a:pt x="4610174" y="2531841"/>
                  </a:lnTo>
                  <a:cubicBezTo>
                    <a:pt x="4610174" y="2534891"/>
                    <a:pt x="4608962" y="2537816"/>
                    <a:pt x="4606806" y="2539972"/>
                  </a:cubicBezTo>
                  <a:cubicBezTo>
                    <a:pt x="4604649" y="2542129"/>
                    <a:pt x="4601725" y="2543340"/>
                    <a:pt x="4598675" y="2543340"/>
                  </a:cubicBezTo>
                  <a:lnTo>
                    <a:pt x="11499" y="2543340"/>
                  </a:lnTo>
                  <a:cubicBezTo>
                    <a:pt x="8450" y="2543340"/>
                    <a:pt x="5525" y="2542129"/>
                    <a:pt x="3368" y="2539972"/>
                  </a:cubicBezTo>
                  <a:cubicBezTo>
                    <a:pt x="1212" y="2537816"/>
                    <a:pt x="0" y="2534891"/>
                    <a:pt x="0" y="2531841"/>
                  </a:cubicBezTo>
                  <a:lnTo>
                    <a:pt x="0" y="11499"/>
                  </a:lnTo>
                  <a:cubicBezTo>
                    <a:pt x="0" y="8450"/>
                    <a:pt x="1212" y="5525"/>
                    <a:pt x="3368" y="3368"/>
                  </a:cubicBezTo>
                  <a:cubicBezTo>
                    <a:pt x="5525" y="1212"/>
                    <a:pt x="8450" y="0"/>
                    <a:pt x="11499" y="0"/>
                  </a:cubicBezTo>
                  <a:close/>
                </a:path>
              </a:pathLst>
            </a:custGeom>
            <a:solidFill>
              <a:srgbClr val="F3F3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10174" cy="2571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83136" y="2778787"/>
            <a:ext cx="4753215" cy="8181726"/>
            <a:chOff x="0" y="0"/>
            <a:chExt cx="1251875" cy="21548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1876" cy="2154858"/>
            </a:xfrm>
            <a:custGeom>
              <a:avLst/>
              <a:gdLst/>
              <a:ahLst/>
              <a:cxnLst/>
              <a:rect r="r" b="b" t="t" l="l"/>
              <a:pathLst>
                <a:path h="2154858" w="1251876">
                  <a:moveTo>
                    <a:pt x="104242" y="0"/>
                  </a:moveTo>
                  <a:lnTo>
                    <a:pt x="1147634" y="0"/>
                  </a:lnTo>
                  <a:cubicBezTo>
                    <a:pt x="1175280" y="0"/>
                    <a:pt x="1201795" y="10983"/>
                    <a:pt x="1221344" y="30532"/>
                  </a:cubicBezTo>
                  <a:cubicBezTo>
                    <a:pt x="1240893" y="50081"/>
                    <a:pt x="1251876" y="76595"/>
                    <a:pt x="1251876" y="104242"/>
                  </a:cubicBezTo>
                  <a:lnTo>
                    <a:pt x="1251876" y="2050616"/>
                  </a:lnTo>
                  <a:cubicBezTo>
                    <a:pt x="1251876" y="2108187"/>
                    <a:pt x="1205205" y="2154858"/>
                    <a:pt x="1147634" y="2154858"/>
                  </a:cubicBezTo>
                  <a:lnTo>
                    <a:pt x="104242" y="2154858"/>
                  </a:lnTo>
                  <a:cubicBezTo>
                    <a:pt x="76595" y="2154858"/>
                    <a:pt x="50081" y="2143876"/>
                    <a:pt x="30532" y="2124326"/>
                  </a:cubicBezTo>
                  <a:cubicBezTo>
                    <a:pt x="10983" y="2104777"/>
                    <a:pt x="0" y="2078263"/>
                    <a:pt x="0" y="2050616"/>
                  </a:cubicBezTo>
                  <a:lnTo>
                    <a:pt x="0" y="104242"/>
                  </a:lnTo>
                  <a:cubicBezTo>
                    <a:pt x="0" y="76595"/>
                    <a:pt x="10983" y="50081"/>
                    <a:pt x="30532" y="30532"/>
                  </a:cubicBezTo>
                  <a:cubicBezTo>
                    <a:pt x="50081" y="10983"/>
                    <a:pt x="76595" y="0"/>
                    <a:pt x="104242" y="0"/>
                  </a:cubicBezTo>
                  <a:close/>
                </a:path>
              </a:pathLst>
            </a:custGeom>
            <a:solidFill>
              <a:srgbClr val="EDEDE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51875" cy="2183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18299" y="2778787"/>
            <a:ext cx="4753215" cy="8181726"/>
            <a:chOff x="0" y="0"/>
            <a:chExt cx="1251875" cy="21548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1876" cy="2154858"/>
            </a:xfrm>
            <a:custGeom>
              <a:avLst/>
              <a:gdLst/>
              <a:ahLst/>
              <a:cxnLst/>
              <a:rect r="r" b="b" t="t" l="l"/>
              <a:pathLst>
                <a:path h="2154858" w="1251876">
                  <a:moveTo>
                    <a:pt x="104242" y="0"/>
                  </a:moveTo>
                  <a:lnTo>
                    <a:pt x="1147634" y="0"/>
                  </a:lnTo>
                  <a:cubicBezTo>
                    <a:pt x="1175280" y="0"/>
                    <a:pt x="1201795" y="10983"/>
                    <a:pt x="1221344" y="30532"/>
                  </a:cubicBezTo>
                  <a:cubicBezTo>
                    <a:pt x="1240893" y="50081"/>
                    <a:pt x="1251876" y="76595"/>
                    <a:pt x="1251876" y="104242"/>
                  </a:cubicBezTo>
                  <a:lnTo>
                    <a:pt x="1251876" y="2050616"/>
                  </a:lnTo>
                  <a:cubicBezTo>
                    <a:pt x="1251876" y="2108187"/>
                    <a:pt x="1205205" y="2154858"/>
                    <a:pt x="1147634" y="2154858"/>
                  </a:cubicBezTo>
                  <a:lnTo>
                    <a:pt x="104242" y="2154858"/>
                  </a:lnTo>
                  <a:cubicBezTo>
                    <a:pt x="76595" y="2154858"/>
                    <a:pt x="50081" y="2143876"/>
                    <a:pt x="30532" y="2124326"/>
                  </a:cubicBezTo>
                  <a:cubicBezTo>
                    <a:pt x="10983" y="2104777"/>
                    <a:pt x="0" y="2078263"/>
                    <a:pt x="0" y="2050616"/>
                  </a:cubicBezTo>
                  <a:lnTo>
                    <a:pt x="0" y="104242"/>
                  </a:lnTo>
                  <a:cubicBezTo>
                    <a:pt x="0" y="76595"/>
                    <a:pt x="10983" y="50081"/>
                    <a:pt x="30532" y="30532"/>
                  </a:cubicBezTo>
                  <a:cubicBezTo>
                    <a:pt x="50081" y="10983"/>
                    <a:pt x="76595" y="0"/>
                    <a:pt x="104242" y="0"/>
                  </a:cubicBezTo>
                  <a:close/>
                </a:path>
              </a:pathLst>
            </a:custGeom>
            <a:solidFill>
              <a:srgbClr val="EDEDE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51875" cy="2183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53462" y="2778787"/>
            <a:ext cx="5151412" cy="8181726"/>
            <a:chOff x="0" y="0"/>
            <a:chExt cx="1356751" cy="21548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6751" cy="2154858"/>
            </a:xfrm>
            <a:custGeom>
              <a:avLst/>
              <a:gdLst/>
              <a:ahLst/>
              <a:cxnLst/>
              <a:rect r="r" b="b" t="t" l="l"/>
              <a:pathLst>
                <a:path h="2154858" w="1356751">
                  <a:moveTo>
                    <a:pt x="96184" y="0"/>
                  </a:moveTo>
                  <a:lnTo>
                    <a:pt x="1260567" y="0"/>
                  </a:lnTo>
                  <a:cubicBezTo>
                    <a:pt x="1313688" y="0"/>
                    <a:pt x="1356751" y="43063"/>
                    <a:pt x="1356751" y="96184"/>
                  </a:cubicBezTo>
                  <a:lnTo>
                    <a:pt x="1356751" y="2058674"/>
                  </a:lnTo>
                  <a:cubicBezTo>
                    <a:pt x="1356751" y="2111795"/>
                    <a:pt x="1313688" y="2154858"/>
                    <a:pt x="1260567" y="2154858"/>
                  </a:cubicBezTo>
                  <a:lnTo>
                    <a:pt x="96184" y="2154858"/>
                  </a:lnTo>
                  <a:cubicBezTo>
                    <a:pt x="43063" y="2154858"/>
                    <a:pt x="0" y="2111795"/>
                    <a:pt x="0" y="2058674"/>
                  </a:cubicBezTo>
                  <a:lnTo>
                    <a:pt x="0" y="96184"/>
                  </a:lnTo>
                  <a:cubicBezTo>
                    <a:pt x="0" y="43063"/>
                    <a:pt x="43063" y="0"/>
                    <a:pt x="96184" y="0"/>
                  </a:cubicBezTo>
                  <a:close/>
                </a:path>
              </a:pathLst>
            </a:custGeom>
            <a:solidFill>
              <a:srgbClr val="EDEDE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56751" cy="2183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938418" y="1185821"/>
            <a:ext cx="1097144" cy="1250025"/>
          </a:xfrm>
          <a:custGeom>
            <a:avLst/>
            <a:gdLst/>
            <a:ahLst/>
            <a:cxnLst/>
            <a:rect r="r" b="b" t="t" l="l"/>
            <a:pathLst>
              <a:path h="1250025" w="1097144">
                <a:moveTo>
                  <a:pt x="0" y="0"/>
                </a:moveTo>
                <a:lnTo>
                  <a:pt x="1097145" y="0"/>
                </a:lnTo>
                <a:lnTo>
                  <a:pt x="1097145" y="1250025"/>
                </a:lnTo>
                <a:lnTo>
                  <a:pt x="0" y="1250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136680" y="8290814"/>
            <a:ext cx="2446127" cy="795185"/>
            <a:chOff x="0" y="0"/>
            <a:chExt cx="628167" cy="2042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8167" cy="204204"/>
            </a:xfrm>
            <a:custGeom>
              <a:avLst/>
              <a:gdLst/>
              <a:ahLst/>
              <a:cxnLst/>
              <a:rect r="r" b="b" t="t" l="l"/>
              <a:pathLst>
                <a:path h="204204" w="628167">
                  <a:moveTo>
                    <a:pt x="102102" y="0"/>
                  </a:moveTo>
                  <a:lnTo>
                    <a:pt x="526065" y="0"/>
                  </a:lnTo>
                  <a:cubicBezTo>
                    <a:pt x="553144" y="0"/>
                    <a:pt x="579114" y="10757"/>
                    <a:pt x="598262" y="29905"/>
                  </a:cubicBezTo>
                  <a:cubicBezTo>
                    <a:pt x="617410" y="49053"/>
                    <a:pt x="628167" y="75023"/>
                    <a:pt x="628167" y="102102"/>
                  </a:cubicBezTo>
                  <a:lnTo>
                    <a:pt x="628167" y="102102"/>
                  </a:lnTo>
                  <a:cubicBezTo>
                    <a:pt x="628167" y="158491"/>
                    <a:pt x="582455" y="204204"/>
                    <a:pt x="526065" y="204204"/>
                  </a:cubicBezTo>
                  <a:lnTo>
                    <a:pt x="102102" y="204204"/>
                  </a:lnTo>
                  <a:cubicBezTo>
                    <a:pt x="45713" y="204204"/>
                    <a:pt x="0" y="158491"/>
                    <a:pt x="0" y="102102"/>
                  </a:cubicBezTo>
                  <a:lnTo>
                    <a:pt x="0" y="102102"/>
                  </a:lnTo>
                  <a:cubicBezTo>
                    <a:pt x="0" y="45713"/>
                    <a:pt x="45713" y="0"/>
                    <a:pt x="102102" y="0"/>
                  </a:cubicBezTo>
                  <a:close/>
                </a:path>
              </a:pathLst>
            </a:custGeom>
            <a:solidFill>
              <a:srgbClr val="9FC5B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28167" cy="261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</a:pPr>
              <a:r>
                <a:rPr lang="en-US" b="true" sz="29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FREE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572731" y="8290814"/>
            <a:ext cx="2446127" cy="795185"/>
            <a:chOff x="0" y="0"/>
            <a:chExt cx="628167" cy="2042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8167" cy="204204"/>
            </a:xfrm>
            <a:custGeom>
              <a:avLst/>
              <a:gdLst/>
              <a:ahLst/>
              <a:cxnLst/>
              <a:rect r="r" b="b" t="t" l="l"/>
              <a:pathLst>
                <a:path h="204204" w="628167">
                  <a:moveTo>
                    <a:pt x="102102" y="0"/>
                  </a:moveTo>
                  <a:lnTo>
                    <a:pt x="526065" y="0"/>
                  </a:lnTo>
                  <a:cubicBezTo>
                    <a:pt x="553144" y="0"/>
                    <a:pt x="579114" y="10757"/>
                    <a:pt x="598262" y="29905"/>
                  </a:cubicBezTo>
                  <a:cubicBezTo>
                    <a:pt x="617410" y="49053"/>
                    <a:pt x="628167" y="75023"/>
                    <a:pt x="628167" y="102102"/>
                  </a:cubicBezTo>
                  <a:lnTo>
                    <a:pt x="628167" y="102102"/>
                  </a:lnTo>
                  <a:cubicBezTo>
                    <a:pt x="628167" y="158491"/>
                    <a:pt x="582455" y="204204"/>
                    <a:pt x="526065" y="204204"/>
                  </a:cubicBezTo>
                  <a:lnTo>
                    <a:pt x="102102" y="204204"/>
                  </a:lnTo>
                  <a:cubicBezTo>
                    <a:pt x="45713" y="204204"/>
                    <a:pt x="0" y="158491"/>
                    <a:pt x="0" y="102102"/>
                  </a:cubicBezTo>
                  <a:lnTo>
                    <a:pt x="0" y="102102"/>
                  </a:lnTo>
                  <a:cubicBezTo>
                    <a:pt x="0" y="45713"/>
                    <a:pt x="45713" y="0"/>
                    <a:pt x="102102" y="0"/>
                  </a:cubicBezTo>
                  <a:close/>
                </a:path>
              </a:pathLst>
            </a:custGeom>
            <a:solidFill>
              <a:srgbClr val="43BF9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628167" cy="280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59"/>
                </a:lnSpc>
              </a:pPr>
              <a:r>
                <a:rPr lang="en-US" b="true" sz="38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29€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806105" y="8290814"/>
            <a:ext cx="2446127" cy="815086"/>
            <a:chOff x="0" y="0"/>
            <a:chExt cx="628167" cy="2093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8167" cy="209315"/>
            </a:xfrm>
            <a:custGeom>
              <a:avLst/>
              <a:gdLst/>
              <a:ahLst/>
              <a:cxnLst/>
              <a:rect r="r" b="b" t="t" l="l"/>
              <a:pathLst>
                <a:path h="209315" w="628167">
                  <a:moveTo>
                    <a:pt x="104657" y="0"/>
                  </a:moveTo>
                  <a:lnTo>
                    <a:pt x="523510" y="0"/>
                  </a:lnTo>
                  <a:cubicBezTo>
                    <a:pt x="551267" y="0"/>
                    <a:pt x="577887" y="11026"/>
                    <a:pt x="597514" y="30653"/>
                  </a:cubicBezTo>
                  <a:cubicBezTo>
                    <a:pt x="617141" y="50280"/>
                    <a:pt x="628167" y="76900"/>
                    <a:pt x="628167" y="104657"/>
                  </a:cubicBezTo>
                  <a:lnTo>
                    <a:pt x="628167" y="104657"/>
                  </a:lnTo>
                  <a:cubicBezTo>
                    <a:pt x="628167" y="162458"/>
                    <a:pt x="581311" y="209315"/>
                    <a:pt x="523510" y="209315"/>
                  </a:cubicBezTo>
                  <a:lnTo>
                    <a:pt x="104657" y="209315"/>
                  </a:lnTo>
                  <a:cubicBezTo>
                    <a:pt x="76900" y="209315"/>
                    <a:pt x="50280" y="198288"/>
                    <a:pt x="30653" y="178661"/>
                  </a:cubicBezTo>
                  <a:cubicBezTo>
                    <a:pt x="11026" y="159034"/>
                    <a:pt x="0" y="132414"/>
                    <a:pt x="0" y="104657"/>
                  </a:cubicBezTo>
                  <a:lnTo>
                    <a:pt x="0" y="104657"/>
                  </a:lnTo>
                  <a:cubicBezTo>
                    <a:pt x="0" y="76900"/>
                    <a:pt x="11026" y="50280"/>
                    <a:pt x="30653" y="30653"/>
                  </a:cubicBezTo>
                  <a:cubicBezTo>
                    <a:pt x="50280" y="11026"/>
                    <a:pt x="76900" y="0"/>
                    <a:pt x="104657" y="0"/>
                  </a:cubicBezTo>
                  <a:close/>
                </a:path>
              </a:pathLst>
            </a:custGeom>
            <a:solidFill>
              <a:srgbClr val="06725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628167" cy="285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199€</a:t>
              </a:r>
            </a:p>
          </p:txBody>
        </p:sp>
      </p:grpSp>
      <p:graphicFrame>
        <p:nvGraphicFramePr>
          <p:cNvPr name="Table 24" id="24"/>
          <p:cNvGraphicFramePr>
            <a:graphicFrameLocks noGrp="true"/>
          </p:cNvGraphicFramePr>
          <p:nvPr/>
        </p:nvGraphicFramePr>
        <p:xfrm>
          <a:off x="2001104" y="3009510"/>
          <a:ext cx="15549941" cy="4873333"/>
        </p:xfrm>
        <a:graphic>
          <a:graphicData uri="http://schemas.openxmlformats.org/drawingml/2006/table">
            <a:tbl>
              <a:tblPr/>
              <a:tblGrid>
                <a:gridCol w="5183314"/>
                <a:gridCol w="5183314"/>
                <a:gridCol w="5183314"/>
              </a:tblGrid>
              <a:tr h="7799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9FC5B9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Pixel Lab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43BF98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Pixel Core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6725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Pixel Insight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✔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High quality data visualization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✔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High quality data visualization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✔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High quality data visualization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6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✔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Selected areas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✔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Up to 50 km2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✔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Up to 100 km2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7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✔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Limited history access (3 months)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✔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Limited history access (6 months)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✔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Unlimited history access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92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✘ No alert system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✔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Basic anomalies alert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✔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Advanced anomalies alerts with personalized reports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92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✘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Download processed data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✔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Download processed data in TIFF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✔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Download processed data and statistics in CSV or TIFF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7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✘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No a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ccess to API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✔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Access to API with extra cost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✔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Access to API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5" id="25"/>
          <p:cNvGrpSpPr/>
          <p:nvPr/>
        </p:nvGrpSpPr>
        <p:grpSpPr>
          <a:xfrm rot="0">
            <a:off x="9115546" y="9491110"/>
            <a:ext cx="1360497" cy="425742"/>
            <a:chOff x="0" y="0"/>
            <a:chExt cx="349377" cy="1093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9377" cy="109331"/>
            </a:xfrm>
            <a:custGeom>
              <a:avLst/>
              <a:gdLst/>
              <a:ahLst/>
              <a:cxnLst/>
              <a:rect r="r" b="b" t="t" l="l"/>
              <a:pathLst>
                <a:path h="109331" w="349377">
                  <a:moveTo>
                    <a:pt x="54665" y="0"/>
                  </a:moveTo>
                  <a:lnTo>
                    <a:pt x="294711" y="0"/>
                  </a:lnTo>
                  <a:cubicBezTo>
                    <a:pt x="309209" y="0"/>
                    <a:pt x="323114" y="5759"/>
                    <a:pt x="333365" y="16011"/>
                  </a:cubicBezTo>
                  <a:cubicBezTo>
                    <a:pt x="343617" y="26263"/>
                    <a:pt x="349377" y="40167"/>
                    <a:pt x="349377" y="54665"/>
                  </a:cubicBezTo>
                  <a:lnTo>
                    <a:pt x="349377" y="54665"/>
                  </a:lnTo>
                  <a:cubicBezTo>
                    <a:pt x="349377" y="84856"/>
                    <a:pt x="324902" y="109331"/>
                    <a:pt x="294711" y="109331"/>
                  </a:cubicBezTo>
                  <a:lnTo>
                    <a:pt x="54665" y="109331"/>
                  </a:lnTo>
                  <a:cubicBezTo>
                    <a:pt x="40167" y="109331"/>
                    <a:pt x="26263" y="103571"/>
                    <a:pt x="16011" y="93320"/>
                  </a:cubicBezTo>
                  <a:cubicBezTo>
                    <a:pt x="5759" y="83068"/>
                    <a:pt x="0" y="69164"/>
                    <a:pt x="0" y="54665"/>
                  </a:cubicBezTo>
                  <a:lnTo>
                    <a:pt x="0" y="54665"/>
                  </a:lnTo>
                  <a:cubicBezTo>
                    <a:pt x="0" y="40167"/>
                    <a:pt x="5759" y="26263"/>
                    <a:pt x="16011" y="16011"/>
                  </a:cubicBezTo>
                  <a:cubicBezTo>
                    <a:pt x="26263" y="5759"/>
                    <a:pt x="40167" y="0"/>
                    <a:pt x="54665" y="0"/>
                  </a:cubicBezTo>
                  <a:close/>
                </a:path>
              </a:pathLst>
            </a:custGeom>
            <a:solidFill>
              <a:srgbClr val="43BF98">
                <a:alpha val="63922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49377" cy="147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>
                      <a:alpha val="63922"/>
                    </a:srgb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1€/km2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255114" y="9491110"/>
            <a:ext cx="1548109" cy="425742"/>
            <a:chOff x="0" y="0"/>
            <a:chExt cx="397556" cy="1093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7556" cy="109331"/>
            </a:xfrm>
            <a:custGeom>
              <a:avLst/>
              <a:gdLst/>
              <a:ahLst/>
              <a:cxnLst/>
              <a:rect r="r" b="b" t="t" l="l"/>
              <a:pathLst>
                <a:path h="109331" w="397556">
                  <a:moveTo>
                    <a:pt x="54665" y="0"/>
                  </a:moveTo>
                  <a:lnTo>
                    <a:pt x="342890" y="0"/>
                  </a:lnTo>
                  <a:cubicBezTo>
                    <a:pt x="373081" y="0"/>
                    <a:pt x="397556" y="24475"/>
                    <a:pt x="397556" y="54665"/>
                  </a:cubicBezTo>
                  <a:lnTo>
                    <a:pt x="397556" y="54665"/>
                  </a:lnTo>
                  <a:cubicBezTo>
                    <a:pt x="397556" y="69164"/>
                    <a:pt x="391796" y="83068"/>
                    <a:pt x="381544" y="93320"/>
                  </a:cubicBezTo>
                  <a:cubicBezTo>
                    <a:pt x="371293" y="103571"/>
                    <a:pt x="357388" y="109331"/>
                    <a:pt x="342890" y="109331"/>
                  </a:cubicBezTo>
                  <a:lnTo>
                    <a:pt x="54665" y="109331"/>
                  </a:lnTo>
                  <a:cubicBezTo>
                    <a:pt x="40167" y="109331"/>
                    <a:pt x="26263" y="103571"/>
                    <a:pt x="16011" y="93320"/>
                  </a:cubicBezTo>
                  <a:cubicBezTo>
                    <a:pt x="5759" y="83068"/>
                    <a:pt x="0" y="69164"/>
                    <a:pt x="0" y="54665"/>
                  </a:cubicBezTo>
                  <a:lnTo>
                    <a:pt x="0" y="54665"/>
                  </a:lnTo>
                  <a:cubicBezTo>
                    <a:pt x="0" y="40167"/>
                    <a:pt x="5759" y="26263"/>
                    <a:pt x="16011" y="16011"/>
                  </a:cubicBezTo>
                  <a:cubicBezTo>
                    <a:pt x="26263" y="5759"/>
                    <a:pt x="40167" y="0"/>
                    <a:pt x="54665" y="0"/>
                  </a:cubicBezTo>
                  <a:close/>
                </a:path>
              </a:pathLst>
            </a:custGeom>
            <a:solidFill>
              <a:srgbClr val="067250">
                <a:alpha val="63922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97556" cy="147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>
                      <a:alpha val="63922"/>
                    </a:srgb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0,8€/km2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687872" y="1290596"/>
            <a:ext cx="9482736" cy="1010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2"/>
              </a:lnSpc>
            </a:pPr>
            <a:r>
              <a:rPr lang="en-US" sz="4565" b="true">
                <a:solidFill>
                  <a:srgbClr val="0422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EARLY BIRD </a:t>
            </a:r>
          </a:p>
          <a:p>
            <a:pPr algn="l">
              <a:lnSpc>
                <a:spcPts val="3456"/>
              </a:lnSpc>
            </a:pPr>
            <a:r>
              <a:rPr lang="en-US" sz="3600">
                <a:solidFill>
                  <a:srgbClr val="042235"/>
                </a:solidFill>
                <a:latin typeface="Open Sauce"/>
                <a:ea typeface="Open Sauce"/>
                <a:cs typeface="Open Sauce"/>
                <a:sym typeface="Open Sauce"/>
              </a:rPr>
              <a:t>MONTHLY SUBSCRIPTION PLAN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67650" y="9386018"/>
            <a:ext cx="1276350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i="true">
                <a:solidFill>
                  <a:srgbClr val="042235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Need more?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003680" y="9326963"/>
            <a:ext cx="1276350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i="true">
                <a:solidFill>
                  <a:srgbClr val="042235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Need more?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495083" y="3009510"/>
            <a:ext cx="373892" cy="354465"/>
            <a:chOff x="0" y="0"/>
            <a:chExt cx="498523" cy="47262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94008" y="70764"/>
              <a:ext cx="125180" cy="125180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9FC5B9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347440"/>
              <a:ext cx="125180" cy="125180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9FC5B9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286606" y="275191"/>
              <a:ext cx="125180" cy="125180"/>
              <a:chOff x="0" y="0"/>
              <a:chExt cx="812800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9FC5B9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373343" y="0"/>
              <a:ext cx="125180" cy="125180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9FC5B9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10831912" y="3009510"/>
            <a:ext cx="373892" cy="354465"/>
            <a:chOff x="0" y="0"/>
            <a:chExt cx="498523" cy="472620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94008" y="70764"/>
              <a:ext cx="125180" cy="125180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43BF98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347440"/>
              <a:ext cx="125180" cy="125180"/>
              <a:chOff x="0" y="0"/>
              <a:chExt cx="812800" cy="8128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43BF98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286606" y="275191"/>
              <a:ext cx="125180" cy="125180"/>
              <a:chOff x="0" y="0"/>
              <a:chExt cx="812800" cy="8128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43BF98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373343" y="0"/>
              <a:ext cx="125180" cy="125180"/>
              <a:chOff x="0" y="0"/>
              <a:chExt cx="812800" cy="8128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43BF98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name="Group 60" id="60"/>
          <p:cNvGrpSpPr/>
          <p:nvPr/>
        </p:nvGrpSpPr>
        <p:grpSpPr>
          <a:xfrm rot="0">
            <a:off x="16252232" y="3009510"/>
            <a:ext cx="373892" cy="354465"/>
            <a:chOff x="0" y="0"/>
            <a:chExt cx="498523" cy="47262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94008" y="70764"/>
              <a:ext cx="125180" cy="125180"/>
              <a:chOff x="0" y="0"/>
              <a:chExt cx="812800" cy="812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67250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347440"/>
              <a:ext cx="125180" cy="125180"/>
              <a:chOff x="0" y="0"/>
              <a:chExt cx="812800" cy="812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67250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286606" y="275191"/>
              <a:ext cx="125180" cy="125180"/>
              <a:chOff x="0" y="0"/>
              <a:chExt cx="812800" cy="8128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67250"/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373343" y="0"/>
              <a:ext cx="125180" cy="125180"/>
              <a:chOff x="0" y="0"/>
              <a:chExt cx="812800" cy="8128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67250"/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843368" cy="10287000"/>
            <a:chOff x="0" y="0"/>
            <a:chExt cx="812800" cy="945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945485"/>
            </a:xfrm>
            <a:custGeom>
              <a:avLst/>
              <a:gdLst/>
              <a:ahLst/>
              <a:cxnLst/>
              <a:rect r="r" b="b" t="t" l="l"/>
              <a:pathLst>
                <a:path h="94548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45485"/>
                  </a:lnTo>
                  <a:lnTo>
                    <a:pt x="0" y="945485"/>
                  </a:lnTo>
                  <a:close/>
                </a:path>
              </a:pathLst>
            </a:custGeom>
            <a:blipFill>
              <a:blip r:embed="rId2"/>
              <a:stretch>
                <a:fillRect l="-9091" t="-17468" r="-50012" b="-266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3062006"/>
            <a:ext cx="17504255" cy="7623439"/>
            <a:chOff x="0" y="0"/>
            <a:chExt cx="4610174" cy="20078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10174" cy="2007819"/>
            </a:xfrm>
            <a:custGeom>
              <a:avLst/>
              <a:gdLst/>
              <a:ahLst/>
              <a:cxnLst/>
              <a:rect r="r" b="b" t="t" l="l"/>
              <a:pathLst>
                <a:path h="2007819" w="4610174">
                  <a:moveTo>
                    <a:pt x="11499" y="0"/>
                  </a:moveTo>
                  <a:lnTo>
                    <a:pt x="4598675" y="0"/>
                  </a:lnTo>
                  <a:cubicBezTo>
                    <a:pt x="4601725" y="0"/>
                    <a:pt x="4604649" y="1212"/>
                    <a:pt x="4606806" y="3368"/>
                  </a:cubicBezTo>
                  <a:cubicBezTo>
                    <a:pt x="4608962" y="5525"/>
                    <a:pt x="4610174" y="8450"/>
                    <a:pt x="4610174" y="11499"/>
                  </a:cubicBezTo>
                  <a:lnTo>
                    <a:pt x="4610174" y="1996320"/>
                  </a:lnTo>
                  <a:cubicBezTo>
                    <a:pt x="4610174" y="1999370"/>
                    <a:pt x="4608962" y="2002295"/>
                    <a:pt x="4606806" y="2004451"/>
                  </a:cubicBezTo>
                  <a:cubicBezTo>
                    <a:pt x="4604649" y="2006608"/>
                    <a:pt x="4601725" y="2007819"/>
                    <a:pt x="4598675" y="2007819"/>
                  </a:cubicBezTo>
                  <a:lnTo>
                    <a:pt x="11499" y="2007819"/>
                  </a:lnTo>
                  <a:cubicBezTo>
                    <a:pt x="8450" y="2007819"/>
                    <a:pt x="5525" y="2006608"/>
                    <a:pt x="3368" y="2004451"/>
                  </a:cubicBezTo>
                  <a:cubicBezTo>
                    <a:pt x="1212" y="2002295"/>
                    <a:pt x="0" y="1999370"/>
                    <a:pt x="0" y="1996320"/>
                  </a:cubicBezTo>
                  <a:lnTo>
                    <a:pt x="0" y="11499"/>
                  </a:lnTo>
                  <a:cubicBezTo>
                    <a:pt x="0" y="8450"/>
                    <a:pt x="1212" y="5525"/>
                    <a:pt x="3368" y="3368"/>
                  </a:cubicBezTo>
                  <a:cubicBezTo>
                    <a:pt x="5525" y="1212"/>
                    <a:pt x="8450" y="0"/>
                    <a:pt x="114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610174" cy="2045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055621" y="4479007"/>
            <a:ext cx="4203679" cy="4789438"/>
          </a:xfrm>
          <a:custGeom>
            <a:avLst/>
            <a:gdLst/>
            <a:ahLst/>
            <a:cxnLst/>
            <a:rect r="r" b="b" t="t" l="l"/>
            <a:pathLst>
              <a:path h="4789438" w="4203679">
                <a:moveTo>
                  <a:pt x="0" y="0"/>
                </a:moveTo>
                <a:lnTo>
                  <a:pt x="4203679" y="0"/>
                </a:lnTo>
                <a:lnTo>
                  <a:pt x="4203679" y="4789438"/>
                </a:lnTo>
                <a:lnTo>
                  <a:pt x="0" y="47894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96090" y="7425750"/>
            <a:ext cx="576031" cy="491197"/>
          </a:xfrm>
          <a:custGeom>
            <a:avLst/>
            <a:gdLst/>
            <a:ahLst/>
            <a:cxnLst/>
            <a:rect r="r" b="b" t="t" l="l"/>
            <a:pathLst>
              <a:path h="491197" w="576031">
                <a:moveTo>
                  <a:pt x="0" y="0"/>
                </a:moveTo>
                <a:lnTo>
                  <a:pt x="576031" y="0"/>
                </a:lnTo>
                <a:lnTo>
                  <a:pt x="576031" y="491197"/>
                </a:lnTo>
                <a:lnTo>
                  <a:pt x="0" y="491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96090" y="6873726"/>
            <a:ext cx="576031" cy="491197"/>
          </a:xfrm>
          <a:custGeom>
            <a:avLst/>
            <a:gdLst/>
            <a:ahLst/>
            <a:cxnLst/>
            <a:rect r="r" b="b" t="t" l="l"/>
            <a:pathLst>
              <a:path h="491197" w="576031">
                <a:moveTo>
                  <a:pt x="0" y="0"/>
                </a:moveTo>
                <a:lnTo>
                  <a:pt x="576031" y="0"/>
                </a:lnTo>
                <a:lnTo>
                  <a:pt x="576031" y="491197"/>
                </a:lnTo>
                <a:lnTo>
                  <a:pt x="0" y="491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96090" y="7977773"/>
            <a:ext cx="576031" cy="491197"/>
          </a:xfrm>
          <a:custGeom>
            <a:avLst/>
            <a:gdLst/>
            <a:ahLst/>
            <a:cxnLst/>
            <a:rect r="r" b="b" t="t" l="l"/>
            <a:pathLst>
              <a:path h="491197" w="576031">
                <a:moveTo>
                  <a:pt x="0" y="0"/>
                </a:moveTo>
                <a:lnTo>
                  <a:pt x="576031" y="0"/>
                </a:lnTo>
                <a:lnTo>
                  <a:pt x="576031" y="491198"/>
                </a:lnTo>
                <a:lnTo>
                  <a:pt x="0" y="491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044209" y="389998"/>
            <a:ext cx="2215091" cy="2209055"/>
          </a:xfrm>
          <a:custGeom>
            <a:avLst/>
            <a:gdLst/>
            <a:ahLst/>
            <a:cxnLst/>
            <a:rect r="r" b="b" t="t" l="l"/>
            <a:pathLst>
              <a:path h="2209055" w="2215091">
                <a:moveTo>
                  <a:pt x="0" y="0"/>
                </a:moveTo>
                <a:lnTo>
                  <a:pt x="2215091" y="0"/>
                </a:lnTo>
                <a:lnTo>
                  <a:pt x="2215091" y="2209055"/>
                </a:lnTo>
                <a:lnTo>
                  <a:pt x="0" y="22090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499496" y="1279816"/>
            <a:ext cx="1143041" cy="342912"/>
          </a:xfrm>
          <a:custGeom>
            <a:avLst/>
            <a:gdLst/>
            <a:ahLst/>
            <a:cxnLst/>
            <a:rect r="r" b="b" t="t" l="l"/>
            <a:pathLst>
              <a:path h="342912" w="1143041">
                <a:moveTo>
                  <a:pt x="0" y="0"/>
                </a:moveTo>
                <a:lnTo>
                  <a:pt x="1143041" y="0"/>
                </a:lnTo>
                <a:lnTo>
                  <a:pt x="1143041" y="342913"/>
                </a:lnTo>
                <a:lnTo>
                  <a:pt x="0" y="3429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296090" y="5115049"/>
            <a:ext cx="11515304" cy="972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541">
                <a:solidFill>
                  <a:srgbClr val="042235"/>
                </a:solidFill>
                <a:latin typeface="Open Sauce"/>
                <a:ea typeface="Open Sauce"/>
                <a:cs typeface="Open Sauce"/>
                <a:sym typeface="Open Sauce"/>
              </a:rPr>
              <a:t>AND LET’S CONNECT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08497" y="6673701"/>
            <a:ext cx="5431503" cy="179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4"/>
              </a:lnSpc>
            </a:pPr>
            <a:r>
              <a:rPr lang="en-US" sz="2400">
                <a:solidFill>
                  <a:srgbClr val="012531"/>
                </a:solidFill>
                <a:latin typeface="Open Sauce"/>
                <a:ea typeface="Open Sauce"/>
                <a:cs typeface="Open Sauce"/>
                <a:sym typeface="Open Sauce"/>
              </a:rPr>
              <a:t>ameneh-alcala</a:t>
            </a:r>
          </a:p>
          <a:p>
            <a:pPr algn="l">
              <a:lnSpc>
                <a:spcPts val="4944"/>
              </a:lnSpc>
            </a:pPr>
            <a:r>
              <a:rPr lang="en-US" sz="2400">
                <a:solidFill>
                  <a:srgbClr val="012531"/>
                </a:solidFill>
                <a:latin typeface="Open Sauce"/>
                <a:ea typeface="Open Sauce"/>
                <a:cs typeface="Open Sauce"/>
                <a:sym typeface="Open Sauce"/>
              </a:rPr>
              <a:t>tonilogar</a:t>
            </a:r>
          </a:p>
          <a:p>
            <a:pPr algn="just">
              <a:lnSpc>
                <a:spcPts val="4944"/>
              </a:lnSpc>
            </a:pPr>
            <a:r>
              <a:rPr lang="en-US" sz="2400">
                <a:solidFill>
                  <a:srgbClr val="012531"/>
                </a:solidFill>
                <a:latin typeface="Open Sauce"/>
                <a:ea typeface="Open Sauce"/>
                <a:cs typeface="Open Sauce"/>
                <a:sym typeface="Open Sauce"/>
              </a:rPr>
              <a:t>ivan-pcm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43920" y="1143000"/>
            <a:ext cx="3841852" cy="62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5"/>
              </a:lnSpc>
            </a:pPr>
            <a:r>
              <a:rPr lang="en-US" sz="4870">
                <a:solidFill>
                  <a:srgbClr val="F3F3F5"/>
                </a:solidFill>
                <a:latin typeface="Open Sauce"/>
                <a:ea typeface="Open Sauce"/>
                <a:cs typeface="Open Sauce"/>
                <a:sym typeface="Open Sauce"/>
              </a:rPr>
              <a:t>TRY IT OUT!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DAHH4noAj3o</dc:identifier>
  <dcterms:modified xsi:type="dcterms:W3CDTF">2011-08-01T06:04:30Z</dcterms:modified>
  <cp:revision>1</cp:revision>
  <dc:title>BluePixel</dc:title>
</cp:coreProperties>
</file>